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622309287a141fe" /><Relationship Type="http://schemas.openxmlformats.org/officeDocument/2006/relationships/extended-properties" Target="/docProps/app.xml" Id="Ra559cb9efdfe4501" /><Relationship Type="http://schemas.openxmlformats.org/officeDocument/2006/relationships/officeDocument" Target="/ppt/presentation.xml" Id="R354180cb53c14e1a" /></Relationships>
</file>

<file path=ppt/presentation.xml><?xml version="1.0" encoding="utf-8"?>
<p:presentation xmlns:p="http://schemas.openxmlformats.org/presentationml/2006/main">
  <p:sldMasterIdLst>
    <p:sldMasterId xmlns:r="http://schemas.openxmlformats.org/officeDocument/2006/relationships" id="2147483648" r:id="R11ffb14522804649"/>
  </p:sldMasterIdLst>
  <p:notesMasterIdLst>
    <p:notesMasterId xmlns:r="http://schemas.openxmlformats.org/officeDocument/2006/relationships" r:id="R585a0216042a4829"/>
  </p:notesMasterIdLst>
  <p:sldIdLst>
    <p:sldId xmlns:r="http://schemas.openxmlformats.org/officeDocument/2006/relationships" id="256" r:id="Rbe83051bda694e8b"/>
    <p:sldId xmlns:r="http://schemas.openxmlformats.org/officeDocument/2006/relationships" id="257" r:id="Re3596581a99941d0"/>
    <p:sldId xmlns:r="http://schemas.openxmlformats.org/officeDocument/2006/relationships" id="258" r:id="R390f6af7baf14737"/>
    <p:sldId xmlns:r="http://schemas.openxmlformats.org/officeDocument/2006/relationships" id="259" r:id="R6c113f922adb4662"/>
    <p:sldId xmlns:r="http://schemas.openxmlformats.org/officeDocument/2006/relationships" id="260" r:id="Rc53110e05e0d4d1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b840d2fdf7340b6" /><Relationship Type="http://schemas.openxmlformats.org/officeDocument/2006/relationships/slideMaster" Target="/ppt/slideMasters/slideMaster1.xml" Id="R11ffb14522804649" /><Relationship Type="http://schemas.openxmlformats.org/officeDocument/2006/relationships/notesMaster" Target="/ppt/notesMasters/notesMaster1.xml" Id="R585a0216042a4829" /><Relationship Type="http://schemas.openxmlformats.org/officeDocument/2006/relationships/presProps" Target="/ppt/presProps.xml" Id="R30557eae20ef45a3" /><Relationship Type="http://schemas.openxmlformats.org/officeDocument/2006/relationships/tableStyles" Target="/ppt/tableStyles.xml" Id="R19131ca5037b4843" /><Relationship Type="http://schemas.openxmlformats.org/officeDocument/2006/relationships/slide" Target="/ppt/slides/slide1.xml" Id="Rbe83051bda694e8b" /><Relationship Type="http://schemas.openxmlformats.org/officeDocument/2006/relationships/slide" Target="/ppt/slides/slide2.xml" Id="Re3596581a99941d0" /><Relationship Type="http://schemas.openxmlformats.org/officeDocument/2006/relationships/slide" Target="/ppt/slides/slide3.xml" Id="R390f6af7baf14737" /><Relationship Type="http://schemas.openxmlformats.org/officeDocument/2006/relationships/slide" Target="/ppt/slides/slide4.xml" Id="R6c113f922adb4662" /><Relationship Type="http://schemas.openxmlformats.org/officeDocument/2006/relationships/slide" Target="/ppt/slides/slide5.xml" Id="Rc53110e05e0d4d1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25ef3b9fd8348f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c17dbe1247d4cb0" /><Relationship Type="http://schemas.openxmlformats.org/officeDocument/2006/relationships/notesMaster" Target="/ppt/notesMasters/notesMaster1.xml" Id="R576f0ebe903a4bfc" /></Relationships>
</file>

<file path=ppt/notesSlides/_rels/notesSlide2.xml.rels>&#65279;<?xml version="1.0" encoding="utf-8"?><Relationships xmlns="http://schemas.openxmlformats.org/package/2006/relationships"><Relationship Type="http://schemas.openxmlformats.org/officeDocument/2006/relationships/slide" Target="/ppt/slides/slide2.xml" Id="R4d2104db3bcf49c1" /><Relationship Type="http://schemas.openxmlformats.org/officeDocument/2006/relationships/notesMaster" Target="/ppt/notesMasters/notesMaster1.xml" Id="R023222df5fc2482e" /></Relationships>
</file>

<file path=ppt/notesSlides/_rels/notesSlide3.xml.rels>&#65279;<?xml version="1.0" encoding="utf-8"?><Relationships xmlns="http://schemas.openxmlformats.org/package/2006/relationships"><Relationship Type="http://schemas.openxmlformats.org/officeDocument/2006/relationships/slide" Target="/ppt/slides/slide3.xml" Id="R28e61c4a283c40d2" /><Relationship Type="http://schemas.openxmlformats.org/officeDocument/2006/relationships/notesMaster" Target="/ppt/notesMasters/notesMaster1.xml" Id="Re70be871f23542cc" /></Relationships>
</file>

<file path=ppt/notesSlides/_rels/notesSlide4.xml.rels>&#65279;<?xml version="1.0" encoding="utf-8"?><Relationships xmlns="http://schemas.openxmlformats.org/package/2006/relationships"><Relationship Type="http://schemas.openxmlformats.org/officeDocument/2006/relationships/slide" Target="/ppt/slides/slide4.xml" Id="R00e12b2c5647435f" /><Relationship Type="http://schemas.openxmlformats.org/officeDocument/2006/relationships/notesMaster" Target="/ppt/notesMasters/notesMaster1.xml" Id="Rcd47f24f34224d23" /></Relationships>
</file>

<file path=ppt/notesSlides/_rels/notesSlide5.xml.rels>&#65279;<?xml version="1.0" encoding="utf-8"?><Relationships xmlns="http://schemas.openxmlformats.org/package/2006/relationships"><Relationship Type="http://schemas.openxmlformats.org/officeDocument/2006/relationships/slide" Target="/ppt/slides/slide5.xml" Id="Rb33933ca99254dd5" /><Relationship Type="http://schemas.openxmlformats.org/officeDocument/2006/relationships/notesMaster" Target="/ppt/notesMasters/notesMaster1.xml" Id="R0242771cc31e409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0:00–0:20 (20 seconds)</a:t>
            </a:r>
          </a:p>
          <a:p xmlns:a="http://schemas.openxmlformats.org/drawingml/2006/main">
            <a:r>
              <a:t>We built Soul Link, an anime arena where two AI agents fight autonomously. The fun part is that the next match has history. Their past losses become context for the rematch. Basically, we gave NPCs receipts.</a:t>
            </a:r>
          </a:p>
          <a:p xmlns:a="http://schemas.openxmlformats.org/drawingml/2006/main">
            <a:r>
              <a:t/>
            </a:r>
          </a:p>
          <a:p xmlns:a="http://schemas.openxmlformats.org/drawingml/2006/main">
            <a:r>
              <a:t>Sources: https://github.com/srini1998/soul-link/tree/21fe827 (README.md, backend/main.py, frontend/src/main.js, voice.js, music.js). Original character artwork from the same project. Hackathon objectives: https://daytona-hacksprint-nyc.devpost.com/ ; judging: https://daytona-hacksprint-nyc.devpost.com/rules . Requested event link: https://luma.com/hacksprint-nyc?tk=L1CU9b (could not retrieve directly; used official Devpost instead).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0:20–1:00 (40 seconds)</a:t>
            </a:r>
          </a:p>
          <a:p xmlns:a="http://schemas.openxmlformats.org/drawingml/2006/main">
            <a:r>
              <a:t>Can a rematch feel personal? Our six fighters each have a personality and voice. We pass real matchup history into the prompt alongside current HP and the last hit. The agents pick actions, and the server acts as referee. Five legal moves, a forty-turn cap and timeout fallbacks keep the game bounded. Arize traces the decisions. Next we want controlled tests with and without memory. We have seen it live: when memory says Kaito opens heavy, Rei opens with a dodge and calls it out. We have not measured improved win rates. Same opponent, different history.</a:t>
            </a:r>
          </a:p>
          <a:p xmlns:a="http://schemas.openxmlformats.org/drawingml/2006/main">
            <a:r>
              <a:t/>
            </a:r>
          </a:p>
          <a:p xmlns:a="http://schemas.openxmlformats.org/drawingml/2006/main">
            <a:r>
              <a:t>Sources: https://github.com/srini1998/soul-link/tree/21fe827 (README.md, backend/main.py, frontend/src/main.js, voice.js, music.js). Original character artwork from the same project. Hackathon objectives: https://daytona-hacksprint-nyc.devpost.com/ ; judging: https://daytona-hacksprint-nyc.devpost.com/rules . Requested event link: https://luma.com/hacksprint-nyc?tk=L1CU9b (could not retrieve directly; used official Devpost instead).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1:00–1:30 (30 seconds)</a:t>
            </a:r>
          </a:p>
          <a:p xmlns:a="http://schemas.openxmlformats.org/drawingml/2006/main">
            <a:r>
              <a:t>The stack follows the game loop. SurrealDB stores completed fight summaries. At match start, we retrieve history and filter it for the exact fighter pair. Claude on AWS Bedrock receives that memory, the personality and fight state, then returns one of five moves plus a taunt. Our FastAPI backend runs in Daytona and applies the game rules. Arize groups the decision traces by match, so we can inspect inputs and outputs. ElevenLabs gives each fighter a custom voice we designed with Voice Design, gender-matched and pitch-checked, plus an arena announcer for callouts like First Blood. Anchor Browser is not integrated.</a:t>
            </a:r>
          </a:p>
          <a:p xmlns:a="http://schemas.openxmlformats.org/drawingml/2006/main">
            <a:r>
              <a:t/>
            </a:r>
          </a:p>
          <a:p xmlns:a="http://schemas.openxmlformats.org/drawingml/2006/main">
            <a:r>
              <a:t>Sources: https://github.com/srini1998/soul-link/tree/21fe827 (README.md, backend/main.py, frontend/src/main.js, voice.js, music.js). Original character artwork from the same project. Hackathon objectives: https://daytona-hacksprint-nyc.devpost.com/ ; judging: https://daytona-hacksprint-nyc.devpost.com/rules . Requested event link: https://luma.com/hacksprint-nyc?tk=L1CU9b (could not retrieve directly; used official Devpost instead).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1:30–2:00 (30 seconds)</a:t>
            </a:r>
          </a:p>
          <a:p xmlns:a="http://schemas.openxmlformats.org/drawingml/2006/main">
            <a:r>
              <a:t>The browser calls the FastAPI game server in a Daytona sandbox. At match start, the backend retrieves history from SurrealDB and filters it for this fighter pair. Claude on Bedrock receives that context and returns a move plus a taunt. The server resolves the move. Arize traces the turn. The browser sends the line to ElevenLabs and plays the audio. At match end the backend writes a summary to SurrealDB. This diagram shows the current demo: browser speech calls need a server proxy before public release.</a:t>
            </a:r>
          </a:p>
          <a:p xmlns:a="http://schemas.openxmlformats.org/drawingml/2006/main">
            <a:r>
              <a:t/>
            </a:r>
          </a:p>
          <a:p xmlns:a="http://schemas.openxmlformats.org/drawingml/2006/main">
            <a:r>
              <a:t>Sources: https://github.com/srini1998/soul-link/tree/21fe827 (README.md, backend/main.py, frontend/src/main.js, voice.js, music.js). Original character artwork from the same project. Hackathon objectives: https://daytona-hacksprint-nyc.devpost.com/ ; judging: https://daytona-hacksprint-nyc.devpost.com/rules . Requested event link: https://luma.com/hacksprint-nyc?tk=L1CU9b (could not retrieve directly; used official Devpost instead).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2:00–3:00 (60 seconds including the live app)</a:t>
            </a:r>
          </a:p>
          <a:p xmlns:a="http://schemas.openxmlformats.org/drawingml/2006/main">
            <a:r>
              <a:t>Switch to the game. Choose a previously completed matchup and show the retrieved memory. Trigger one or two turns, let the taunt play, and show a matching Arize trace if it is already open. Do not try to finish a full match in this minute. Close verbally: Same opponent. Different history.</a:t>
            </a:r>
          </a:p>
          <a:p xmlns:a="http://schemas.openxmlformats.org/drawingml/2006/main">
            <a:r>
              <a:t>If memory is empty, say this pair has no retrieved history. Never claim a generated taunt proves learning. If the network fails, show prepared evidence from a real run.</a:t>
            </a:r>
          </a:p>
          <a:p xmlns:a="http://schemas.openxmlformats.org/drawingml/2006/main">
            <a:r>
              <a:t>Q&amp;A: Memory provides prompt context, not model training. No measured learning or latency claims. Animation uses CSS motion and effects. Background music is original, synthesized in the browser. Voices are custom ElevenLabs Voice Design voices. Frontend is a local demo. PG-13 prompting is not a moderation guarantee. Public release needs server-side TTS and native memory scoping. Anchor Browser is not integrated.</a:t>
            </a:r>
          </a:p>
          <a:p xmlns:a="http://schemas.openxmlformats.org/drawingml/2006/main">
            <a:r>
              <a:t/>
            </a:r>
          </a:p>
          <a:p xmlns:a="http://schemas.openxmlformats.org/drawingml/2006/main">
            <a:r>
              <a:t>Sources: https://github.com/srini1998/soul-link/tree/21fe827 (README.md, backend/main.py, frontend/src/main.js, voice.js, music.js). Original character artwork from the same project. Hackathon objectives: https://daytona-hacksprint-nyc.devpost.com/ ; judging: https://daytona-hacksprint-nyc.devpost.com/rules . Requested event link: https://luma.com/hacksprint-nyc?tk=L1CU9b (could not retrieve directly; used official Devpost instead).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1632e5655304b4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013cb8bc326432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7b7bdc326c04c0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4cd885f6ac74b0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1c282ebacf2470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13466622b6042f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968CD50-23DD-4971-9B7A-EC2E0347C8B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F06F321-86C5-44F3-8B2D-E4FC15B5708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42E6822-515B-4F6D-86D5-EC47FEF453F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EBA2D83-5AA4-42D6-896E-03F59BE29AD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959026D-C3E1-4A3F-9897-56A378BE331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3FE72EE-C1D0-4C6C-9B6A-68B8B4DB17C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011D73F-D7BF-4C0A-953E-F22DAF665FA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29B1F40-11BA-4226-BEE6-F76A5FFAA93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DAC80C1-A39D-4696-9DAB-89635721F80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535A2FA-9F50-4819-9E2D-8FE411BB12E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bad1d1f87674357" /><Relationship Type="http://schemas.openxmlformats.org/officeDocument/2006/relationships/slideLayout" Target="/ppt/slideLayouts/slideLayout1.xml" Id="R55aedc7a121049ae" /><Relationship Type="http://schemas.openxmlformats.org/officeDocument/2006/relationships/slideLayout" Target="/ppt/slideLayouts/slideLayout2.xml" Id="Rb584da52f2344b62" /><Relationship Type="http://schemas.openxmlformats.org/officeDocument/2006/relationships/slideLayout" Target="/ppt/slideLayouts/slideLayout3.xml" Id="R2ab3359b96ad426d" /><Relationship Type="http://schemas.openxmlformats.org/officeDocument/2006/relationships/slideLayout" Target="/ppt/slideLayouts/slideLayout4.xml" Id="R2fbd9b58cfb7412a" /><Relationship Type="http://schemas.openxmlformats.org/officeDocument/2006/relationships/slideLayout" Target="/ppt/slideLayouts/slideLayout5.xml" Id="R618cfaacb3ac4dca" /><Relationship Type="http://schemas.openxmlformats.org/officeDocument/2006/relationships/slideLayout" Target="/ppt/slideLayouts/slideLayout6.xml" Id="Re5ca56fca4b04e2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5aedc7a121049ae"/>
    <p:sldLayoutId xmlns:r="http://schemas.openxmlformats.org/officeDocument/2006/relationships" id="2147483650" r:id="Rb584da52f2344b62"/>
    <p:sldLayoutId xmlns:r="http://schemas.openxmlformats.org/officeDocument/2006/relationships" id="2147483651" r:id="R2ab3359b96ad426d"/>
    <p:sldLayoutId xmlns:r="http://schemas.openxmlformats.org/officeDocument/2006/relationships" id="2147483652" r:id="R2fbd9b58cfb7412a"/>
    <p:sldLayoutId xmlns:r="http://schemas.openxmlformats.org/officeDocument/2006/relationships" id="2147483653" r:id="R618cfaacb3ac4dca"/>
    <p:sldLayoutId xmlns:r="http://schemas.openxmlformats.org/officeDocument/2006/relationships" id="2147483654" r:id="Re5ca56fca4b04e2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d645ed6fe794179" /><Relationship Type="http://schemas.openxmlformats.org/officeDocument/2006/relationships/image" Target="/ppt/media/image.png" Id="R09d0cce90e9843ec" /><Relationship Type="http://schemas.openxmlformats.org/officeDocument/2006/relationships/image" Target="/ppt/media/image2.png" Id="R28c454fc04db4e39" /><Relationship Type="http://schemas.openxmlformats.org/officeDocument/2006/relationships/notesSlide" Target="/ppt/notesSlides/notesSlide1.xml" Id="R6302c05b1a9643f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860043ef3fa4199" /><Relationship Type="http://schemas.openxmlformats.org/officeDocument/2006/relationships/image" Target="/ppt/media/image3.png" Id="Rd8f1a9e95fc74872" /><Relationship Type="http://schemas.openxmlformats.org/officeDocument/2006/relationships/image" Target="/ppt/media/image4.png" Id="R50f1aa87fb6b423e" /><Relationship Type="http://schemas.openxmlformats.org/officeDocument/2006/relationships/notesSlide" Target="/ppt/notesSlides/notesSlide2.xml" Id="R096ad0cc24cb4a1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6b42aabeb3e4745" /><Relationship Type="http://schemas.openxmlformats.org/officeDocument/2006/relationships/notesSlide" Target="/ppt/notesSlides/notesSlide3.xml" Id="R45511008a72644b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09b8d03f7764a50" /><Relationship Type="http://schemas.openxmlformats.org/officeDocument/2006/relationships/notesSlide" Target="/ppt/notesSlides/notesSlide4.xml" Id="R77e8192101a94c3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9f1d8115ab545ac" /><Relationship Type="http://schemas.openxmlformats.org/officeDocument/2006/relationships/notesSlide" Target="/ppt/notesSlides/notesSlide5.xml" Id="Ra8435cfa19554322" /></Relationships>
</file>

<file path=ppt/slides/slide1.xml><?xml version="1.0" encoding="utf-8"?>
<p:sld xmlns:p="http://schemas.openxmlformats.org/presentationml/2006/main">
  <p:cSld>
    <p:bg>
      <p:bgPr>
        <a:solidFill xmlns:a="http://schemas.openxmlformats.org/drawingml/2006/main">
          <a:srgbClr val="10101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5C8DAD3-117C-489C-8091-DBC544FB7890}"/>
              </a:ext>
            </a:extLst>
          </p:cNvPr>
          <p:cNvSpPr>
            <a:spLocks xmlns:a="http://schemas.openxmlformats.org/drawingml/2006/main" noGrp="1"/>
          </p:cNvSpPr>
          <p:nvPr/>
        </p:nvSpPr>
        <p:spPr>
          <a:xfrm xmlns:a="http://schemas.openxmlformats.org/drawingml/2006/main">
            <a:off x="552450" y="2857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200" b="1">
                <a:solidFill>
                  <a:srgbClr val="D4FF60"/>
                </a:solidFill>
                <a:latin typeface="Arial"/>
                <a:ea typeface="Arial"/>
                <a:cs typeface="Arial"/>
              </a:defRPr>
            </a:lvl1pPr>
            <a:lvl2pPr>
              <a:buNone/>
              <a:defRPr sz="1200" b="1">
                <a:solidFill>
                  <a:srgbClr val="D4FF60"/>
                </a:solidFill>
                <a:latin typeface="Arial"/>
                <a:ea typeface="Arial"/>
                <a:cs typeface="Arial"/>
              </a:defRPr>
            </a:lvl2pPr>
            <a:lvl3pPr>
              <a:buNone/>
              <a:defRPr sz="1200" b="1">
                <a:solidFill>
                  <a:srgbClr val="D4FF60"/>
                </a:solidFill>
                <a:latin typeface="Arial"/>
                <a:ea typeface="Arial"/>
                <a:cs typeface="Arial"/>
              </a:defRPr>
            </a:lvl3pPr>
            <a:lvl4pPr>
              <a:buNone/>
              <a:defRPr sz="1200" b="1">
                <a:solidFill>
                  <a:srgbClr val="D4FF60"/>
                </a:solidFill>
                <a:latin typeface="Arial"/>
                <a:ea typeface="Arial"/>
                <a:cs typeface="Arial"/>
              </a:defRPr>
            </a:lvl4pPr>
            <a:lvl5pPr>
              <a:buNone/>
              <a:defRPr sz="1200" b="1">
                <a:solidFill>
                  <a:srgbClr val="D4FF60"/>
                </a:solidFill>
                <a:latin typeface="Arial"/>
                <a:ea typeface="Arial"/>
                <a:cs typeface="Arial"/>
              </a:defRPr>
            </a:lvl5pPr>
            <a:lvl6pPr>
              <a:buNone/>
              <a:defRPr sz="1200" b="1">
                <a:solidFill>
                  <a:srgbClr val="D4FF60"/>
                </a:solidFill>
                <a:latin typeface="Arial"/>
                <a:ea typeface="Arial"/>
                <a:cs typeface="Arial"/>
              </a:defRPr>
            </a:lvl6pPr>
            <a:lvl7pPr>
              <a:buNone/>
              <a:defRPr sz="1200" b="1">
                <a:solidFill>
                  <a:srgbClr val="D4FF60"/>
                </a:solidFill>
                <a:latin typeface="Arial"/>
                <a:ea typeface="Arial"/>
                <a:cs typeface="Arial"/>
              </a:defRPr>
            </a:lvl7pPr>
            <a:lvl8pPr>
              <a:buNone/>
              <a:defRPr sz="1200" b="1">
                <a:solidFill>
                  <a:srgbClr val="D4FF60"/>
                </a:solidFill>
                <a:latin typeface="Arial"/>
                <a:ea typeface="Arial"/>
                <a:cs typeface="Arial"/>
              </a:defRPr>
            </a:lvl8pPr>
            <a:lvl9pPr>
              <a:buNone/>
              <a:defRPr sz="1200" b="1">
                <a:solidFill>
                  <a:srgbClr val="D4FF60"/>
                </a:solidFill>
                <a:latin typeface="Arial"/>
                <a:ea typeface="Arial"/>
                <a:cs typeface="Arial"/>
              </a:defRPr>
            </a:lvl9pPr>
          </a:lstStyle>
          <a:p xmlns:a="http://schemas.openxmlformats.org/drawingml/2006/main">
            <a:pPr>
              <a:buNone/>
              <a:defRPr sz="1200" b="1">
                <a:solidFill>
                  <a:srgbClr val="D4FF60"/>
                </a:solidFill>
                <a:latin typeface="Arial"/>
                <a:ea typeface="Arial"/>
                <a:cs typeface="Arial"/>
              </a:defRPr>
            </a:pPr>
            <a:r>
              <a:rPr sz="1200" b="1">
                <a:solidFill>
                  <a:srgbClr val="D4FF60"/>
                </a:solidFill>
                <a:latin typeface="Arial"/>
                <a:ea typeface="Arial"/>
                <a:cs typeface="Arial"/>
              </a:rPr>
              <a:t>DAYTONA HACKSPRINT NYC / OCTOBER 2026</a:t>
            </a:r>
          </a:p>
        </p:txBody>
      </p:sp>
      <p:sp>
        <p:nvSpPr>
          <p:cNvPr id="2" name="">
            <a:extLst xmlns:a="http://schemas.openxmlformats.org/drawingml/2006/main">
              <a:ext uri="{FF2B5EF4-FFF2-40B4-BE49-F238E27FC236}">
                <a16:creationId xmlns:a16="http://schemas.microsoft.com/office/drawing/2014/main" id="{1E04EA77-581A-4D3B-9326-FE12DBB7CA6C}"/>
              </a:ext>
            </a:extLst>
          </p:cNvPr>
          <p:cNvSpPr>
            <a:spLocks xmlns:a="http://schemas.openxmlformats.org/drawingml/2006/main" noGrp="1"/>
          </p:cNvSpPr>
          <p:nvPr/>
        </p:nvSpPr>
        <p:spPr>
          <a:xfrm xmlns:a="http://schemas.openxmlformats.org/drawingml/2006/main">
            <a:off x="11049000" y="62388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200" b="0">
                <a:solidFill>
                  <a:srgbClr val="B8B3C9"/>
                </a:solidFill>
                <a:latin typeface="Arial"/>
                <a:ea typeface="Arial"/>
                <a:cs typeface="Arial"/>
              </a:defRPr>
            </a:lvl1pPr>
            <a:lvl2pPr>
              <a:buNone/>
              <a:defRPr sz="1200" b="0">
                <a:solidFill>
                  <a:srgbClr val="B8B3C9"/>
                </a:solidFill>
                <a:latin typeface="Arial"/>
                <a:ea typeface="Arial"/>
                <a:cs typeface="Arial"/>
              </a:defRPr>
            </a:lvl2pPr>
            <a:lvl3pPr>
              <a:buNone/>
              <a:defRPr sz="1200" b="0">
                <a:solidFill>
                  <a:srgbClr val="B8B3C9"/>
                </a:solidFill>
                <a:latin typeface="Arial"/>
                <a:ea typeface="Arial"/>
                <a:cs typeface="Arial"/>
              </a:defRPr>
            </a:lvl3pPr>
            <a:lvl4pPr>
              <a:buNone/>
              <a:defRPr sz="1200" b="0">
                <a:solidFill>
                  <a:srgbClr val="B8B3C9"/>
                </a:solidFill>
                <a:latin typeface="Arial"/>
                <a:ea typeface="Arial"/>
                <a:cs typeface="Arial"/>
              </a:defRPr>
            </a:lvl4pPr>
            <a:lvl5pPr>
              <a:buNone/>
              <a:defRPr sz="1200" b="0">
                <a:solidFill>
                  <a:srgbClr val="B8B3C9"/>
                </a:solidFill>
                <a:latin typeface="Arial"/>
                <a:ea typeface="Arial"/>
                <a:cs typeface="Arial"/>
              </a:defRPr>
            </a:lvl5pPr>
            <a:lvl6pPr>
              <a:buNone/>
              <a:defRPr sz="1200" b="0">
                <a:solidFill>
                  <a:srgbClr val="B8B3C9"/>
                </a:solidFill>
                <a:latin typeface="Arial"/>
                <a:ea typeface="Arial"/>
                <a:cs typeface="Arial"/>
              </a:defRPr>
            </a:lvl6pPr>
            <a:lvl7pPr>
              <a:buNone/>
              <a:defRPr sz="1200" b="0">
                <a:solidFill>
                  <a:srgbClr val="B8B3C9"/>
                </a:solidFill>
                <a:latin typeface="Arial"/>
                <a:ea typeface="Arial"/>
                <a:cs typeface="Arial"/>
              </a:defRPr>
            </a:lvl7pPr>
            <a:lvl8pPr>
              <a:buNone/>
              <a:defRPr sz="1200" b="0">
                <a:solidFill>
                  <a:srgbClr val="B8B3C9"/>
                </a:solidFill>
                <a:latin typeface="Arial"/>
                <a:ea typeface="Arial"/>
                <a:cs typeface="Arial"/>
              </a:defRPr>
            </a:lvl8pPr>
            <a:lvl9pPr>
              <a:buNone/>
              <a:defRPr sz="1200" b="0">
                <a:solidFill>
                  <a:srgbClr val="B8B3C9"/>
                </a:solidFill>
                <a:latin typeface="Arial"/>
                <a:ea typeface="Arial"/>
                <a:cs typeface="Arial"/>
              </a:defRPr>
            </a:lvl9pPr>
          </a:lstStyle>
          <a:p xmlns:a="http://schemas.openxmlformats.org/drawingml/2006/main">
            <a:pPr>
              <a:buNone/>
              <a:defRPr sz="1200" b="0">
                <a:solidFill>
                  <a:srgbClr val="B8B3C9"/>
                </a:solidFill>
                <a:latin typeface="Arial"/>
                <a:ea typeface="Arial"/>
                <a:cs typeface="Arial"/>
              </a:defRPr>
            </a:pPr>
            <a:r>
              <a:rPr sz="1200" b="0">
                <a:solidFill>
                  <a:srgbClr val="B8B3C9"/>
                </a:solidFill>
                <a:latin typeface="Arial"/>
                <a:ea typeface="Arial"/>
                <a:cs typeface="Arial"/>
              </a:rPr>
              <a:t>1 / 5</a:t>
            </a:r>
          </a:p>
        </p:txBody>
      </p:sp>
      <p:sp>
        <p:nvSpPr>
          <p:cNvPr id="3" name="">
            <a:extLst xmlns:a="http://schemas.openxmlformats.org/drawingml/2006/main">
              <a:ext uri="{FF2B5EF4-FFF2-40B4-BE49-F238E27FC236}">
                <a16:creationId xmlns:a16="http://schemas.microsoft.com/office/drawing/2014/main" id="{9500AC1B-C89A-4324-9344-3D223B5BA734}"/>
              </a:ext>
            </a:extLst>
          </p:cNvPr>
          <p:cNvSpPr>
            <a:spLocks xmlns:a="http://schemas.openxmlformats.org/drawingml/2006/main" noGrp="1"/>
          </p:cNvSpPr>
          <p:nvPr/>
        </p:nvSpPr>
        <p:spPr>
          <a:xfrm xmlns:a="http://schemas.openxmlformats.org/drawingml/2006/main">
            <a:off x="552450" y="981075"/>
            <a:ext cx="61912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8250" b="1">
                <a:solidFill>
                  <a:srgbClr val="F7F3E9"/>
                </a:solidFill>
                <a:latin typeface="Arial"/>
                <a:ea typeface="Arial"/>
                <a:cs typeface="Arial"/>
              </a:defRPr>
            </a:lvl1pPr>
            <a:lvl2pPr>
              <a:buNone/>
              <a:defRPr sz="8250" b="1">
                <a:solidFill>
                  <a:srgbClr val="F7F3E9"/>
                </a:solidFill>
                <a:latin typeface="Arial"/>
                <a:ea typeface="Arial"/>
                <a:cs typeface="Arial"/>
              </a:defRPr>
            </a:lvl2pPr>
            <a:lvl3pPr>
              <a:buNone/>
              <a:defRPr sz="8250" b="1">
                <a:solidFill>
                  <a:srgbClr val="F7F3E9"/>
                </a:solidFill>
                <a:latin typeface="Arial"/>
                <a:ea typeface="Arial"/>
                <a:cs typeface="Arial"/>
              </a:defRPr>
            </a:lvl3pPr>
            <a:lvl4pPr>
              <a:buNone/>
              <a:defRPr sz="8250" b="1">
                <a:solidFill>
                  <a:srgbClr val="F7F3E9"/>
                </a:solidFill>
                <a:latin typeface="Arial"/>
                <a:ea typeface="Arial"/>
                <a:cs typeface="Arial"/>
              </a:defRPr>
            </a:lvl4pPr>
            <a:lvl5pPr>
              <a:buNone/>
              <a:defRPr sz="8250" b="1">
                <a:solidFill>
                  <a:srgbClr val="F7F3E9"/>
                </a:solidFill>
                <a:latin typeface="Arial"/>
                <a:ea typeface="Arial"/>
                <a:cs typeface="Arial"/>
              </a:defRPr>
            </a:lvl5pPr>
            <a:lvl6pPr>
              <a:buNone/>
              <a:defRPr sz="8250" b="1">
                <a:solidFill>
                  <a:srgbClr val="F7F3E9"/>
                </a:solidFill>
                <a:latin typeface="Arial"/>
                <a:ea typeface="Arial"/>
                <a:cs typeface="Arial"/>
              </a:defRPr>
            </a:lvl6pPr>
            <a:lvl7pPr>
              <a:buNone/>
              <a:defRPr sz="8250" b="1">
                <a:solidFill>
                  <a:srgbClr val="F7F3E9"/>
                </a:solidFill>
                <a:latin typeface="Arial"/>
                <a:ea typeface="Arial"/>
                <a:cs typeface="Arial"/>
              </a:defRPr>
            </a:lvl7pPr>
            <a:lvl8pPr>
              <a:buNone/>
              <a:defRPr sz="8250" b="1">
                <a:solidFill>
                  <a:srgbClr val="F7F3E9"/>
                </a:solidFill>
                <a:latin typeface="Arial"/>
                <a:ea typeface="Arial"/>
                <a:cs typeface="Arial"/>
              </a:defRPr>
            </a:lvl8pPr>
            <a:lvl9pPr>
              <a:buNone/>
              <a:defRPr sz="8250" b="1">
                <a:solidFill>
                  <a:srgbClr val="F7F3E9"/>
                </a:solidFill>
                <a:latin typeface="Arial"/>
                <a:ea typeface="Arial"/>
                <a:cs typeface="Arial"/>
              </a:defRPr>
            </a:lvl9pPr>
          </a:lstStyle>
          <a:p xmlns:a="http://schemas.openxmlformats.org/drawingml/2006/main">
            <a:pPr>
              <a:buNone/>
              <a:defRPr sz="8250" b="1">
                <a:solidFill>
                  <a:srgbClr val="F7F3E9"/>
                </a:solidFill>
                <a:latin typeface="Arial"/>
                <a:ea typeface="Arial"/>
                <a:cs typeface="Arial"/>
              </a:defRPr>
            </a:pPr>
            <a:r>
              <a:rPr sz="8250" b="1">
                <a:solidFill>
                  <a:srgbClr val="F7F3E9"/>
                </a:solidFill>
                <a:latin typeface="Arial"/>
                <a:ea typeface="Arial"/>
                <a:cs typeface="Arial"/>
              </a:rPr>
              <a:t>SOUL</a:t>
            </a:r>
          </a:p>
          <a:p xmlns:a="http://schemas.openxmlformats.org/drawingml/2006/main">
            <a:pPr>
              <a:buNone/>
              <a:defRPr sz="8250" b="1">
                <a:solidFill>
                  <a:srgbClr val="F7F3E9"/>
                </a:solidFill>
                <a:latin typeface="Arial"/>
                <a:ea typeface="Arial"/>
                <a:cs typeface="Arial"/>
              </a:defRPr>
            </a:pPr>
            <a:r>
              <a:rPr sz="8250" b="1">
                <a:solidFill>
                  <a:srgbClr val="F7F3E9"/>
                </a:solidFill>
                <a:latin typeface="Arial"/>
                <a:ea typeface="Arial"/>
                <a:cs typeface="Arial"/>
              </a:rPr>
              <a:t>LINK</a:t>
            </a:r>
          </a:p>
        </p:txBody>
      </p:sp>
      <p:sp>
        <p:nvSpPr>
          <p:cNvPr id="4" name="">
            <a:extLst xmlns:a="http://schemas.openxmlformats.org/drawingml/2006/main">
              <a:ext uri="{FF2B5EF4-FFF2-40B4-BE49-F238E27FC236}">
                <a16:creationId xmlns:a16="http://schemas.microsoft.com/office/drawing/2014/main" id="{76E30D30-6C53-4772-B07D-DF77B657C4F6}"/>
              </a:ext>
            </a:extLst>
          </p:cNvPr>
          <p:cNvSpPr>
            <a:spLocks xmlns:a="http://schemas.openxmlformats.org/drawingml/2006/main" noGrp="1"/>
          </p:cNvSpPr>
          <p:nvPr/>
        </p:nvSpPr>
        <p:spPr>
          <a:xfrm xmlns:a="http://schemas.openxmlformats.org/drawingml/2006/main">
            <a:off x="600075" y="3590925"/>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3300" b="1">
                <a:solidFill>
                  <a:srgbClr val="D4FF60"/>
                </a:solidFill>
                <a:latin typeface="Arial"/>
                <a:ea typeface="Arial"/>
                <a:cs typeface="Arial"/>
              </a:defRPr>
            </a:lvl1pPr>
            <a:lvl2pPr>
              <a:buNone/>
              <a:defRPr sz="3300" b="1">
                <a:solidFill>
                  <a:srgbClr val="D4FF60"/>
                </a:solidFill>
                <a:latin typeface="Arial"/>
                <a:ea typeface="Arial"/>
                <a:cs typeface="Arial"/>
              </a:defRPr>
            </a:lvl2pPr>
            <a:lvl3pPr>
              <a:buNone/>
              <a:defRPr sz="3300" b="1">
                <a:solidFill>
                  <a:srgbClr val="D4FF60"/>
                </a:solidFill>
                <a:latin typeface="Arial"/>
                <a:ea typeface="Arial"/>
                <a:cs typeface="Arial"/>
              </a:defRPr>
            </a:lvl3pPr>
            <a:lvl4pPr>
              <a:buNone/>
              <a:defRPr sz="3300" b="1">
                <a:solidFill>
                  <a:srgbClr val="D4FF60"/>
                </a:solidFill>
                <a:latin typeface="Arial"/>
                <a:ea typeface="Arial"/>
                <a:cs typeface="Arial"/>
              </a:defRPr>
            </a:lvl4pPr>
            <a:lvl5pPr>
              <a:buNone/>
              <a:defRPr sz="3300" b="1">
                <a:solidFill>
                  <a:srgbClr val="D4FF60"/>
                </a:solidFill>
                <a:latin typeface="Arial"/>
                <a:ea typeface="Arial"/>
                <a:cs typeface="Arial"/>
              </a:defRPr>
            </a:lvl5pPr>
            <a:lvl6pPr>
              <a:buNone/>
              <a:defRPr sz="3300" b="1">
                <a:solidFill>
                  <a:srgbClr val="D4FF60"/>
                </a:solidFill>
                <a:latin typeface="Arial"/>
                <a:ea typeface="Arial"/>
                <a:cs typeface="Arial"/>
              </a:defRPr>
            </a:lvl6pPr>
            <a:lvl7pPr>
              <a:buNone/>
              <a:defRPr sz="3300" b="1">
                <a:solidFill>
                  <a:srgbClr val="D4FF60"/>
                </a:solidFill>
                <a:latin typeface="Arial"/>
                <a:ea typeface="Arial"/>
                <a:cs typeface="Arial"/>
              </a:defRPr>
            </a:lvl7pPr>
            <a:lvl8pPr>
              <a:buNone/>
              <a:defRPr sz="3300" b="1">
                <a:solidFill>
                  <a:srgbClr val="D4FF60"/>
                </a:solidFill>
                <a:latin typeface="Arial"/>
                <a:ea typeface="Arial"/>
                <a:cs typeface="Arial"/>
              </a:defRPr>
            </a:lvl8pPr>
            <a:lvl9pPr>
              <a:buNone/>
              <a:defRPr sz="3300" b="1">
                <a:solidFill>
                  <a:srgbClr val="D4FF60"/>
                </a:solidFill>
                <a:latin typeface="Arial"/>
                <a:ea typeface="Arial"/>
                <a:cs typeface="Arial"/>
              </a:defRPr>
            </a:lvl9pPr>
          </a:lstStyle>
          <a:p xmlns:a="http://schemas.openxmlformats.org/drawingml/2006/main">
            <a:pPr>
              <a:buNone/>
              <a:defRPr sz="3300" b="1">
                <a:solidFill>
                  <a:srgbClr val="D4FF60"/>
                </a:solidFill>
                <a:latin typeface="Arial"/>
                <a:ea typeface="Arial"/>
                <a:cs typeface="Arial"/>
              </a:defRPr>
            </a:pPr>
            <a:r>
              <a:rPr sz="3300" b="1">
                <a:solidFill>
                  <a:srgbClr val="D4FF60"/>
                </a:solidFill>
                <a:latin typeface="Arial"/>
                <a:ea typeface="Arial"/>
                <a:cs typeface="Arial"/>
              </a:rPr>
              <a:t>The NPC remembers that.</a:t>
            </a:r>
          </a:p>
        </p:txBody>
      </p:sp>
      <p:sp>
        <p:nvSpPr>
          <p:cNvPr id="5" name="">
            <a:extLst xmlns:a="http://schemas.openxmlformats.org/drawingml/2006/main">
              <a:ext uri="{FF2B5EF4-FFF2-40B4-BE49-F238E27FC236}">
                <a16:creationId xmlns:a16="http://schemas.microsoft.com/office/drawing/2014/main" id="{6C9976DA-D1FC-4490-A105-28836C06E38F}"/>
              </a:ext>
            </a:extLst>
          </p:cNvPr>
          <p:cNvSpPr>
            <a:spLocks xmlns:a="http://schemas.openxmlformats.org/drawingml/2006/main" noGrp="1"/>
          </p:cNvSpPr>
          <p:nvPr/>
        </p:nvSpPr>
        <p:spPr>
          <a:xfrm xmlns:a="http://schemas.openxmlformats.org/drawingml/2006/main">
            <a:off x="609600" y="4495800"/>
            <a:ext cx="657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2100" b="0">
                <a:solidFill>
                  <a:srgbClr val="B8B3C9"/>
                </a:solidFill>
                <a:latin typeface="Arial"/>
                <a:ea typeface="Arial"/>
                <a:cs typeface="Arial"/>
              </a:defRPr>
            </a:lvl1pPr>
            <a:lvl2pPr>
              <a:buNone/>
              <a:defRPr sz="2100" b="0">
                <a:solidFill>
                  <a:srgbClr val="B8B3C9"/>
                </a:solidFill>
                <a:latin typeface="Arial"/>
                <a:ea typeface="Arial"/>
                <a:cs typeface="Arial"/>
              </a:defRPr>
            </a:lvl2pPr>
            <a:lvl3pPr>
              <a:buNone/>
              <a:defRPr sz="2100" b="0">
                <a:solidFill>
                  <a:srgbClr val="B8B3C9"/>
                </a:solidFill>
                <a:latin typeface="Arial"/>
                <a:ea typeface="Arial"/>
                <a:cs typeface="Arial"/>
              </a:defRPr>
            </a:lvl3pPr>
            <a:lvl4pPr>
              <a:buNone/>
              <a:defRPr sz="2100" b="0">
                <a:solidFill>
                  <a:srgbClr val="B8B3C9"/>
                </a:solidFill>
                <a:latin typeface="Arial"/>
                <a:ea typeface="Arial"/>
                <a:cs typeface="Arial"/>
              </a:defRPr>
            </a:lvl4pPr>
            <a:lvl5pPr>
              <a:buNone/>
              <a:defRPr sz="2100" b="0">
                <a:solidFill>
                  <a:srgbClr val="B8B3C9"/>
                </a:solidFill>
                <a:latin typeface="Arial"/>
                <a:ea typeface="Arial"/>
                <a:cs typeface="Arial"/>
              </a:defRPr>
            </a:lvl5pPr>
            <a:lvl6pPr>
              <a:buNone/>
              <a:defRPr sz="2100" b="0">
                <a:solidFill>
                  <a:srgbClr val="B8B3C9"/>
                </a:solidFill>
                <a:latin typeface="Arial"/>
                <a:ea typeface="Arial"/>
                <a:cs typeface="Arial"/>
              </a:defRPr>
            </a:lvl6pPr>
            <a:lvl7pPr>
              <a:buNone/>
              <a:defRPr sz="2100" b="0">
                <a:solidFill>
                  <a:srgbClr val="B8B3C9"/>
                </a:solidFill>
                <a:latin typeface="Arial"/>
                <a:ea typeface="Arial"/>
                <a:cs typeface="Arial"/>
              </a:defRPr>
            </a:lvl7pPr>
            <a:lvl8pPr>
              <a:buNone/>
              <a:defRPr sz="2100" b="0">
                <a:solidFill>
                  <a:srgbClr val="B8B3C9"/>
                </a:solidFill>
                <a:latin typeface="Arial"/>
                <a:ea typeface="Arial"/>
                <a:cs typeface="Arial"/>
              </a:defRPr>
            </a:lvl8pPr>
            <a:lvl9pPr>
              <a:buNone/>
              <a:defRPr sz="2100" b="0">
                <a:solidFill>
                  <a:srgbClr val="B8B3C9"/>
                </a:solidFill>
                <a:latin typeface="Arial"/>
                <a:ea typeface="Arial"/>
                <a:cs typeface="Arial"/>
              </a:defRPr>
            </a:lvl9pPr>
          </a:lstStyle>
          <a:p xmlns:a="http://schemas.openxmlformats.org/drawingml/2006/main">
            <a:pPr>
              <a:buNone/>
              <a:defRPr sz="2100" b="0">
                <a:solidFill>
                  <a:srgbClr val="B8B3C9"/>
                </a:solidFill>
                <a:latin typeface="Arial"/>
                <a:ea typeface="Arial"/>
                <a:cs typeface="Arial"/>
              </a:defRPr>
            </a:pPr>
            <a:r>
              <a:rPr sz="2100" b="0">
                <a:solidFill>
                  <a:srgbClr val="B8B3C9"/>
                </a:solidFill>
                <a:latin typeface="Arial"/>
                <a:ea typeface="Arial"/>
                <a:cs typeface="Arial"/>
              </a:rPr>
              <a:t>Autonomous anime rivals.</a:t>
            </a:r>
          </a:p>
          <a:p xmlns:a="http://schemas.openxmlformats.org/drawingml/2006/main">
            <a:pPr>
              <a:buNone/>
              <a:defRPr sz="2100" b="0">
                <a:solidFill>
                  <a:srgbClr val="B8B3C9"/>
                </a:solidFill>
                <a:latin typeface="Arial"/>
                <a:ea typeface="Arial"/>
                <a:cs typeface="Arial"/>
              </a:defRPr>
            </a:pPr>
            <a:r>
              <a:rPr sz="2100" b="0">
                <a:solidFill>
                  <a:srgbClr val="B8B3C9"/>
                </a:solidFill>
                <a:latin typeface="Arial"/>
                <a:ea typeface="Arial"/>
                <a:cs typeface="Arial"/>
              </a:rPr>
              <a:t>Persistent memory. Audible trash talk.</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09d0cce90e9843ec"/>
          <a:stretch xmlns:a="http://schemas.openxmlformats.org/drawingml/2006/main"/>
        </p:blipFill>
        <p:spPr>
          <a:xfrm xmlns:a="http://schemas.openxmlformats.org/drawingml/2006/main">
            <a:off x="7486650" y="1604282"/>
            <a:ext cx="2047875" cy="3401786"/>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28c454fc04db4e39"/>
          <a:stretch xmlns:a="http://schemas.openxmlformats.org/drawingml/2006/main"/>
        </p:blipFill>
        <p:spPr>
          <a:xfrm xmlns:a="http://schemas.openxmlformats.org/drawingml/2006/main">
            <a:off x="9648825" y="1509618"/>
            <a:ext cx="2000250" cy="3591113"/>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25FF40A7-4978-4B2E-8E44-7278576AA990}"/>
              </a:ext>
            </a:extLst>
          </p:cNvPr>
          <p:cNvSpPr>
            <a:spLocks xmlns:a="http://schemas.openxmlformats.org/drawingml/2006/main" noGrp="1"/>
          </p:cNvSpPr>
          <p:nvPr/>
        </p:nvSpPr>
        <p:spPr>
          <a:xfrm xmlns:a="http://schemas.openxmlformats.org/drawingml/2006/main">
            <a:off x="609600" y="6105525"/>
            <a:ext cx="809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500" b="0">
                <a:solidFill>
                  <a:srgbClr val="B8B3C9"/>
                </a:solidFill>
                <a:latin typeface="Arial"/>
                <a:ea typeface="Arial"/>
                <a:cs typeface="Arial"/>
              </a:defRPr>
            </a:lvl1pPr>
            <a:lvl2pPr>
              <a:buNone/>
              <a:defRPr sz="1500" b="0">
                <a:solidFill>
                  <a:srgbClr val="B8B3C9"/>
                </a:solidFill>
                <a:latin typeface="Arial"/>
                <a:ea typeface="Arial"/>
                <a:cs typeface="Arial"/>
              </a:defRPr>
            </a:lvl2pPr>
            <a:lvl3pPr>
              <a:buNone/>
              <a:defRPr sz="1500" b="0">
                <a:solidFill>
                  <a:srgbClr val="B8B3C9"/>
                </a:solidFill>
                <a:latin typeface="Arial"/>
                <a:ea typeface="Arial"/>
                <a:cs typeface="Arial"/>
              </a:defRPr>
            </a:lvl3pPr>
            <a:lvl4pPr>
              <a:buNone/>
              <a:defRPr sz="1500" b="0">
                <a:solidFill>
                  <a:srgbClr val="B8B3C9"/>
                </a:solidFill>
                <a:latin typeface="Arial"/>
                <a:ea typeface="Arial"/>
                <a:cs typeface="Arial"/>
              </a:defRPr>
            </a:lvl4pPr>
            <a:lvl5pPr>
              <a:buNone/>
              <a:defRPr sz="1500" b="0">
                <a:solidFill>
                  <a:srgbClr val="B8B3C9"/>
                </a:solidFill>
                <a:latin typeface="Arial"/>
                <a:ea typeface="Arial"/>
                <a:cs typeface="Arial"/>
              </a:defRPr>
            </a:lvl5pPr>
            <a:lvl6pPr>
              <a:buNone/>
              <a:defRPr sz="1500" b="0">
                <a:solidFill>
                  <a:srgbClr val="B8B3C9"/>
                </a:solidFill>
                <a:latin typeface="Arial"/>
                <a:ea typeface="Arial"/>
                <a:cs typeface="Arial"/>
              </a:defRPr>
            </a:lvl6pPr>
            <a:lvl7pPr>
              <a:buNone/>
              <a:defRPr sz="1500" b="0">
                <a:solidFill>
                  <a:srgbClr val="B8B3C9"/>
                </a:solidFill>
                <a:latin typeface="Arial"/>
                <a:ea typeface="Arial"/>
                <a:cs typeface="Arial"/>
              </a:defRPr>
            </a:lvl7pPr>
            <a:lvl8pPr>
              <a:buNone/>
              <a:defRPr sz="1500" b="0">
                <a:solidFill>
                  <a:srgbClr val="B8B3C9"/>
                </a:solidFill>
                <a:latin typeface="Arial"/>
                <a:ea typeface="Arial"/>
                <a:cs typeface="Arial"/>
              </a:defRPr>
            </a:lvl8pPr>
            <a:lvl9pPr>
              <a:buNone/>
              <a:defRPr sz="1500" b="0">
                <a:solidFill>
                  <a:srgbClr val="B8B3C9"/>
                </a:solidFill>
                <a:latin typeface="Arial"/>
                <a:ea typeface="Arial"/>
                <a:cs typeface="Arial"/>
              </a:defRPr>
            </a:lvl9pPr>
          </a:lstStyle>
          <a:p xmlns:a="http://schemas.openxmlformats.org/drawingml/2006/main">
            <a:pPr>
              <a:buNone/>
              <a:defRPr sz="1500" b="0">
                <a:solidFill>
                  <a:srgbClr val="B8B3C9"/>
                </a:solidFill>
                <a:latin typeface="Arial"/>
                <a:ea typeface="Arial"/>
                <a:cs typeface="Arial"/>
              </a:defRPr>
            </a:pPr>
            <a:r>
              <a:rPr sz="1500" b="0">
                <a:solidFill>
                  <a:srgbClr val="B8B3C9"/>
                </a:solidFill>
                <a:latin typeface="Arial"/>
                <a:ea typeface="Arial"/>
                <a:cs typeface="Arial"/>
              </a:rPr>
              <a:t>srini1998 + mkchand02</a:t>
            </a:r>
          </a:p>
        </p:txBody>
      </p:sp>
    </p:spTree>
    <p:extLst>
      <p:ext uri="{BB962C8B-B14F-4D97-AF65-F5344CB8AC3E}">
        <p14:creationId xmlns:p14="http://schemas.microsoft.com/office/powerpoint/2010/main" val="562467315"/>
      </p:ext>
    </p:extLst>
  </p:cSld>
</p:sld>
</file>

<file path=ppt/slides/slide2.xml><?xml version="1.0" encoding="utf-8"?>
<p:sld xmlns:p="http://schemas.openxmlformats.org/presentationml/2006/main">
  <p:cSld>
    <p:bg>
      <p:bgPr>
        <a:solidFill xmlns:a="http://schemas.openxmlformats.org/drawingml/2006/main">
          <a:srgbClr val="10101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9738E9D-2D31-4E00-A5D1-DA1A2AE4C509}"/>
              </a:ext>
            </a:extLst>
          </p:cNvPr>
          <p:cNvSpPr>
            <a:spLocks xmlns:a="http://schemas.openxmlformats.org/drawingml/2006/main" noGrp="1"/>
          </p:cNvSpPr>
          <p:nvPr/>
        </p:nvSpPr>
        <p:spPr>
          <a:xfrm xmlns:a="http://schemas.openxmlformats.org/drawingml/2006/main">
            <a:off x="552450" y="2857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200" b="1">
                <a:solidFill>
                  <a:srgbClr val="D4FF60"/>
                </a:solidFill>
                <a:latin typeface="Arial"/>
                <a:ea typeface="Arial"/>
                <a:cs typeface="Arial"/>
              </a:defRPr>
            </a:lvl1pPr>
            <a:lvl2pPr>
              <a:buNone/>
              <a:defRPr sz="1200" b="1">
                <a:solidFill>
                  <a:srgbClr val="D4FF60"/>
                </a:solidFill>
                <a:latin typeface="Arial"/>
                <a:ea typeface="Arial"/>
                <a:cs typeface="Arial"/>
              </a:defRPr>
            </a:lvl2pPr>
            <a:lvl3pPr>
              <a:buNone/>
              <a:defRPr sz="1200" b="1">
                <a:solidFill>
                  <a:srgbClr val="D4FF60"/>
                </a:solidFill>
                <a:latin typeface="Arial"/>
                <a:ea typeface="Arial"/>
                <a:cs typeface="Arial"/>
              </a:defRPr>
            </a:lvl3pPr>
            <a:lvl4pPr>
              <a:buNone/>
              <a:defRPr sz="1200" b="1">
                <a:solidFill>
                  <a:srgbClr val="D4FF60"/>
                </a:solidFill>
                <a:latin typeface="Arial"/>
                <a:ea typeface="Arial"/>
                <a:cs typeface="Arial"/>
              </a:defRPr>
            </a:lvl4pPr>
            <a:lvl5pPr>
              <a:buNone/>
              <a:defRPr sz="1200" b="1">
                <a:solidFill>
                  <a:srgbClr val="D4FF60"/>
                </a:solidFill>
                <a:latin typeface="Arial"/>
                <a:ea typeface="Arial"/>
                <a:cs typeface="Arial"/>
              </a:defRPr>
            </a:lvl5pPr>
            <a:lvl6pPr>
              <a:buNone/>
              <a:defRPr sz="1200" b="1">
                <a:solidFill>
                  <a:srgbClr val="D4FF60"/>
                </a:solidFill>
                <a:latin typeface="Arial"/>
                <a:ea typeface="Arial"/>
                <a:cs typeface="Arial"/>
              </a:defRPr>
            </a:lvl6pPr>
            <a:lvl7pPr>
              <a:buNone/>
              <a:defRPr sz="1200" b="1">
                <a:solidFill>
                  <a:srgbClr val="D4FF60"/>
                </a:solidFill>
                <a:latin typeface="Arial"/>
                <a:ea typeface="Arial"/>
                <a:cs typeface="Arial"/>
              </a:defRPr>
            </a:lvl7pPr>
            <a:lvl8pPr>
              <a:buNone/>
              <a:defRPr sz="1200" b="1">
                <a:solidFill>
                  <a:srgbClr val="D4FF60"/>
                </a:solidFill>
                <a:latin typeface="Arial"/>
                <a:ea typeface="Arial"/>
                <a:cs typeface="Arial"/>
              </a:defRPr>
            </a:lvl8pPr>
            <a:lvl9pPr>
              <a:buNone/>
              <a:defRPr sz="1200" b="1">
                <a:solidFill>
                  <a:srgbClr val="D4FF60"/>
                </a:solidFill>
                <a:latin typeface="Arial"/>
                <a:ea typeface="Arial"/>
                <a:cs typeface="Arial"/>
              </a:defRPr>
            </a:lvl9pPr>
          </a:lstStyle>
          <a:p xmlns:a="http://schemas.openxmlformats.org/drawingml/2006/main">
            <a:pPr>
              <a:buNone/>
              <a:defRPr sz="1200" b="1">
                <a:solidFill>
                  <a:srgbClr val="D4FF60"/>
                </a:solidFill>
                <a:latin typeface="Arial"/>
                <a:ea typeface="Arial"/>
                <a:cs typeface="Arial"/>
              </a:defRPr>
            </a:pPr>
            <a:r>
              <a:rPr sz="1200" b="1">
                <a:solidFill>
                  <a:srgbClr val="D4FF60"/>
                </a:solidFill>
                <a:latin typeface="Arial"/>
                <a:ea typeface="Arial"/>
                <a:cs typeface="Arial"/>
              </a:rPr>
              <a:t>THE IDEA</a:t>
            </a:r>
          </a:p>
        </p:txBody>
      </p:sp>
      <p:sp>
        <p:nvSpPr>
          <p:cNvPr id="2" name="">
            <a:extLst xmlns:a="http://schemas.openxmlformats.org/drawingml/2006/main">
              <a:ext uri="{FF2B5EF4-FFF2-40B4-BE49-F238E27FC236}">
                <a16:creationId xmlns:a16="http://schemas.microsoft.com/office/drawing/2014/main" id="{7F5E21AE-E57C-4653-98BE-5FA19A95843A}"/>
              </a:ext>
            </a:extLst>
          </p:cNvPr>
          <p:cNvSpPr>
            <a:spLocks xmlns:a="http://schemas.openxmlformats.org/drawingml/2006/main" noGrp="1"/>
          </p:cNvSpPr>
          <p:nvPr/>
        </p:nvSpPr>
        <p:spPr>
          <a:xfrm xmlns:a="http://schemas.openxmlformats.org/drawingml/2006/main">
            <a:off x="11049000" y="62388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200" b="0">
                <a:solidFill>
                  <a:srgbClr val="B8B3C9"/>
                </a:solidFill>
                <a:latin typeface="Arial"/>
                <a:ea typeface="Arial"/>
                <a:cs typeface="Arial"/>
              </a:defRPr>
            </a:lvl1pPr>
            <a:lvl2pPr>
              <a:buNone/>
              <a:defRPr sz="1200" b="0">
                <a:solidFill>
                  <a:srgbClr val="B8B3C9"/>
                </a:solidFill>
                <a:latin typeface="Arial"/>
                <a:ea typeface="Arial"/>
                <a:cs typeface="Arial"/>
              </a:defRPr>
            </a:lvl2pPr>
            <a:lvl3pPr>
              <a:buNone/>
              <a:defRPr sz="1200" b="0">
                <a:solidFill>
                  <a:srgbClr val="B8B3C9"/>
                </a:solidFill>
                <a:latin typeface="Arial"/>
                <a:ea typeface="Arial"/>
                <a:cs typeface="Arial"/>
              </a:defRPr>
            </a:lvl3pPr>
            <a:lvl4pPr>
              <a:buNone/>
              <a:defRPr sz="1200" b="0">
                <a:solidFill>
                  <a:srgbClr val="B8B3C9"/>
                </a:solidFill>
                <a:latin typeface="Arial"/>
                <a:ea typeface="Arial"/>
                <a:cs typeface="Arial"/>
              </a:defRPr>
            </a:lvl4pPr>
            <a:lvl5pPr>
              <a:buNone/>
              <a:defRPr sz="1200" b="0">
                <a:solidFill>
                  <a:srgbClr val="B8B3C9"/>
                </a:solidFill>
                <a:latin typeface="Arial"/>
                <a:ea typeface="Arial"/>
                <a:cs typeface="Arial"/>
              </a:defRPr>
            </a:lvl5pPr>
            <a:lvl6pPr>
              <a:buNone/>
              <a:defRPr sz="1200" b="0">
                <a:solidFill>
                  <a:srgbClr val="B8B3C9"/>
                </a:solidFill>
                <a:latin typeface="Arial"/>
                <a:ea typeface="Arial"/>
                <a:cs typeface="Arial"/>
              </a:defRPr>
            </a:lvl6pPr>
            <a:lvl7pPr>
              <a:buNone/>
              <a:defRPr sz="1200" b="0">
                <a:solidFill>
                  <a:srgbClr val="B8B3C9"/>
                </a:solidFill>
                <a:latin typeface="Arial"/>
                <a:ea typeface="Arial"/>
                <a:cs typeface="Arial"/>
              </a:defRPr>
            </a:lvl7pPr>
            <a:lvl8pPr>
              <a:buNone/>
              <a:defRPr sz="1200" b="0">
                <a:solidFill>
                  <a:srgbClr val="B8B3C9"/>
                </a:solidFill>
                <a:latin typeface="Arial"/>
                <a:ea typeface="Arial"/>
                <a:cs typeface="Arial"/>
              </a:defRPr>
            </a:lvl8pPr>
            <a:lvl9pPr>
              <a:buNone/>
              <a:defRPr sz="1200" b="0">
                <a:solidFill>
                  <a:srgbClr val="B8B3C9"/>
                </a:solidFill>
                <a:latin typeface="Arial"/>
                <a:ea typeface="Arial"/>
                <a:cs typeface="Arial"/>
              </a:defRPr>
            </a:lvl9pPr>
          </a:lstStyle>
          <a:p xmlns:a="http://schemas.openxmlformats.org/drawingml/2006/main">
            <a:pPr>
              <a:buNone/>
              <a:defRPr sz="1200" b="0">
                <a:solidFill>
                  <a:srgbClr val="B8B3C9"/>
                </a:solidFill>
                <a:latin typeface="Arial"/>
                <a:ea typeface="Arial"/>
                <a:cs typeface="Arial"/>
              </a:defRPr>
            </a:pPr>
            <a:r>
              <a:rPr sz="1200" b="0">
                <a:solidFill>
                  <a:srgbClr val="B8B3C9"/>
                </a:solidFill>
                <a:latin typeface="Arial"/>
                <a:ea typeface="Arial"/>
                <a:cs typeface="Arial"/>
              </a:rPr>
              <a:t>2 / 5</a:t>
            </a:r>
          </a:p>
        </p:txBody>
      </p:sp>
      <p:sp>
        <p:nvSpPr>
          <p:cNvPr id="3" name="">
            <a:extLst xmlns:a="http://schemas.openxmlformats.org/drawingml/2006/main">
              <a:ext uri="{FF2B5EF4-FFF2-40B4-BE49-F238E27FC236}">
                <a16:creationId xmlns:a16="http://schemas.microsoft.com/office/drawing/2014/main" id="{503728D4-CCC6-4FFB-BE47-11C1A62FB18C}"/>
              </a:ext>
            </a:extLst>
          </p:cNvPr>
          <p:cNvSpPr>
            <a:spLocks xmlns:a="http://schemas.openxmlformats.org/drawingml/2006/main" noGrp="1"/>
          </p:cNvSpPr>
          <p:nvPr/>
        </p:nvSpPr>
        <p:spPr>
          <a:xfrm xmlns:a="http://schemas.openxmlformats.org/drawingml/2006/main">
            <a:off x="552450" y="914400"/>
            <a:ext cx="1047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4950" b="1">
                <a:solidFill>
                  <a:srgbClr val="F7F3E9"/>
                </a:solidFill>
                <a:latin typeface="Arial"/>
                <a:ea typeface="Arial"/>
                <a:cs typeface="Arial"/>
              </a:defRPr>
            </a:lvl1pPr>
            <a:lvl2pPr>
              <a:buNone/>
              <a:defRPr sz="4950" b="1">
                <a:solidFill>
                  <a:srgbClr val="F7F3E9"/>
                </a:solidFill>
                <a:latin typeface="Arial"/>
                <a:ea typeface="Arial"/>
                <a:cs typeface="Arial"/>
              </a:defRPr>
            </a:lvl2pPr>
            <a:lvl3pPr>
              <a:buNone/>
              <a:defRPr sz="4950" b="1">
                <a:solidFill>
                  <a:srgbClr val="F7F3E9"/>
                </a:solidFill>
                <a:latin typeface="Arial"/>
                <a:ea typeface="Arial"/>
                <a:cs typeface="Arial"/>
              </a:defRPr>
            </a:lvl3pPr>
            <a:lvl4pPr>
              <a:buNone/>
              <a:defRPr sz="4950" b="1">
                <a:solidFill>
                  <a:srgbClr val="F7F3E9"/>
                </a:solidFill>
                <a:latin typeface="Arial"/>
                <a:ea typeface="Arial"/>
                <a:cs typeface="Arial"/>
              </a:defRPr>
            </a:lvl4pPr>
            <a:lvl5pPr>
              <a:buNone/>
              <a:defRPr sz="4950" b="1">
                <a:solidFill>
                  <a:srgbClr val="F7F3E9"/>
                </a:solidFill>
                <a:latin typeface="Arial"/>
                <a:ea typeface="Arial"/>
                <a:cs typeface="Arial"/>
              </a:defRPr>
            </a:lvl5pPr>
            <a:lvl6pPr>
              <a:buNone/>
              <a:defRPr sz="4950" b="1">
                <a:solidFill>
                  <a:srgbClr val="F7F3E9"/>
                </a:solidFill>
                <a:latin typeface="Arial"/>
                <a:ea typeface="Arial"/>
                <a:cs typeface="Arial"/>
              </a:defRPr>
            </a:lvl6pPr>
            <a:lvl7pPr>
              <a:buNone/>
              <a:defRPr sz="4950" b="1">
                <a:solidFill>
                  <a:srgbClr val="F7F3E9"/>
                </a:solidFill>
                <a:latin typeface="Arial"/>
                <a:ea typeface="Arial"/>
                <a:cs typeface="Arial"/>
              </a:defRPr>
            </a:lvl7pPr>
            <a:lvl8pPr>
              <a:buNone/>
              <a:defRPr sz="4950" b="1">
                <a:solidFill>
                  <a:srgbClr val="F7F3E9"/>
                </a:solidFill>
                <a:latin typeface="Arial"/>
                <a:ea typeface="Arial"/>
                <a:cs typeface="Arial"/>
              </a:defRPr>
            </a:lvl8pPr>
            <a:lvl9pPr>
              <a:buNone/>
              <a:defRPr sz="4950" b="1">
                <a:solidFill>
                  <a:srgbClr val="F7F3E9"/>
                </a:solidFill>
                <a:latin typeface="Arial"/>
                <a:ea typeface="Arial"/>
                <a:cs typeface="Arial"/>
              </a:defRPr>
            </a:lvl9pPr>
          </a:lstStyle>
          <a:p xmlns:a="http://schemas.openxmlformats.org/drawingml/2006/main">
            <a:pPr>
              <a:buNone/>
              <a:defRPr sz="4950" b="1">
                <a:solidFill>
                  <a:srgbClr val="F7F3E9"/>
                </a:solidFill>
                <a:latin typeface="Arial"/>
                <a:ea typeface="Arial"/>
                <a:cs typeface="Arial"/>
              </a:defRPr>
            </a:pPr>
            <a:r>
              <a:rPr sz="4950" b="1">
                <a:solidFill>
                  <a:srgbClr val="F7F3E9"/>
                </a:solidFill>
                <a:latin typeface="Arial"/>
                <a:ea typeface="Arial"/>
                <a:cs typeface="Arial"/>
              </a:rPr>
              <a:t>New match. Old beef.</a:t>
            </a:r>
          </a:p>
        </p:txBody>
      </p:sp>
      <p:sp>
        <p:nvSpPr>
          <p:cNvPr id="4" name="">
            <a:extLst xmlns:a="http://schemas.openxmlformats.org/drawingml/2006/main">
              <a:ext uri="{FF2B5EF4-FFF2-40B4-BE49-F238E27FC236}">
                <a16:creationId xmlns:a16="http://schemas.microsoft.com/office/drawing/2014/main" id="{3CBA6A3B-B16D-45D5-8131-07A3A6B32D9A}"/>
              </a:ext>
            </a:extLst>
          </p:cNvPr>
          <p:cNvSpPr>
            <a:spLocks xmlns:a="http://schemas.openxmlformats.org/drawingml/2006/main" noGrp="1"/>
          </p:cNvSpPr>
          <p:nvPr/>
        </p:nvSpPr>
        <p:spPr>
          <a:xfrm xmlns:a="http://schemas.openxmlformats.org/drawingml/2006/main">
            <a:off x="600075" y="2019300"/>
            <a:ext cx="752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2250" b="0">
                <a:solidFill>
                  <a:srgbClr val="B8B3C9"/>
                </a:solidFill>
                <a:latin typeface="Arial"/>
                <a:ea typeface="Arial"/>
                <a:cs typeface="Arial"/>
              </a:defRPr>
            </a:lvl1pPr>
            <a:lvl2pPr>
              <a:buNone/>
              <a:defRPr sz="2250" b="0">
                <a:solidFill>
                  <a:srgbClr val="B8B3C9"/>
                </a:solidFill>
                <a:latin typeface="Arial"/>
                <a:ea typeface="Arial"/>
                <a:cs typeface="Arial"/>
              </a:defRPr>
            </a:lvl2pPr>
            <a:lvl3pPr>
              <a:buNone/>
              <a:defRPr sz="2250" b="0">
                <a:solidFill>
                  <a:srgbClr val="B8B3C9"/>
                </a:solidFill>
                <a:latin typeface="Arial"/>
                <a:ea typeface="Arial"/>
                <a:cs typeface="Arial"/>
              </a:defRPr>
            </a:lvl3pPr>
            <a:lvl4pPr>
              <a:buNone/>
              <a:defRPr sz="2250" b="0">
                <a:solidFill>
                  <a:srgbClr val="B8B3C9"/>
                </a:solidFill>
                <a:latin typeface="Arial"/>
                <a:ea typeface="Arial"/>
                <a:cs typeface="Arial"/>
              </a:defRPr>
            </a:lvl4pPr>
            <a:lvl5pPr>
              <a:buNone/>
              <a:defRPr sz="2250" b="0">
                <a:solidFill>
                  <a:srgbClr val="B8B3C9"/>
                </a:solidFill>
                <a:latin typeface="Arial"/>
                <a:ea typeface="Arial"/>
                <a:cs typeface="Arial"/>
              </a:defRPr>
            </a:lvl5pPr>
            <a:lvl6pPr>
              <a:buNone/>
              <a:defRPr sz="2250" b="0">
                <a:solidFill>
                  <a:srgbClr val="B8B3C9"/>
                </a:solidFill>
                <a:latin typeface="Arial"/>
                <a:ea typeface="Arial"/>
                <a:cs typeface="Arial"/>
              </a:defRPr>
            </a:lvl6pPr>
            <a:lvl7pPr>
              <a:buNone/>
              <a:defRPr sz="2250" b="0">
                <a:solidFill>
                  <a:srgbClr val="B8B3C9"/>
                </a:solidFill>
                <a:latin typeface="Arial"/>
                <a:ea typeface="Arial"/>
                <a:cs typeface="Arial"/>
              </a:defRPr>
            </a:lvl7pPr>
            <a:lvl8pPr>
              <a:buNone/>
              <a:defRPr sz="2250" b="0">
                <a:solidFill>
                  <a:srgbClr val="B8B3C9"/>
                </a:solidFill>
                <a:latin typeface="Arial"/>
                <a:ea typeface="Arial"/>
                <a:cs typeface="Arial"/>
              </a:defRPr>
            </a:lvl8pPr>
            <a:lvl9pPr>
              <a:buNone/>
              <a:defRPr sz="2250" b="0">
                <a:solidFill>
                  <a:srgbClr val="B8B3C9"/>
                </a:solidFill>
                <a:latin typeface="Arial"/>
                <a:ea typeface="Arial"/>
                <a:cs typeface="Arial"/>
              </a:defRPr>
            </a:lvl9pPr>
          </a:lstStyle>
          <a:p xmlns:a="http://schemas.openxmlformats.org/drawingml/2006/main">
            <a:pPr>
              <a:buNone/>
              <a:defRPr sz="2250" b="0">
                <a:solidFill>
                  <a:srgbClr val="B8B3C9"/>
                </a:solidFill>
                <a:latin typeface="Arial"/>
                <a:ea typeface="Arial"/>
                <a:cs typeface="Arial"/>
              </a:defRPr>
            </a:pPr>
            <a:r>
              <a:rPr sz="2250" b="0">
                <a:solidFill>
                  <a:srgbClr val="B8B3C9"/>
                </a:solidFill>
                <a:latin typeface="Arial"/>
                <a:ea typeface="Arial"/>
                <a:cs typeface="Arial"/>
              </a:rPr>
              <a:t>Most match resets erase the story.</a:t>
            </a:r>
          </a:p>
        </p:txBody>
      </p:sp>
      <p:sp>
        <p:nvSpPr>
          <p:cNvPr id="5" name="">
            <a:extLst xmlns:a="http://schemas.openxmlformats.org/drawingml/2006/main">
              <a:ext uri="{FF2B5EF4-FFF2-40B4-BE49-F238E27FC236}">
                <a16:creationId xmlns:a16="http://schemas.microsoft.com/office/drawing/2014/main" id="{95E67FBF-8BD7-4BD4-8433-DFB7E12319FE}"/>
              </a:ext>
            </a:extLst>
          </p:cNvPr>
          <p:cNvSpPr>
            <a:spLocks xmlns:a="http://schemas.openxmlformats.org/drawingml/2006/main" noGrp="1"/>
          </p:cNvSpPr>
          <p:nvPr/>
        </p:nvSpPr>
        <p:spPr>
          <a:xfrm xmlns:a="http://schemas.openxmlformats.org/drawingml/2006/main">
            <a:off x="600075" y="2619375"/>
            <a:ext cx="7524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2625" b="1">
                <a:solidFill>
                  <a:srgbClr val="D4FF60"/>
                </a:solidFill>
                <a:latin typeface="Arial"/>
                <a:ea typeface="Arial"/>
                <a:cs typeface="Arial"/>
              </a:defRPr>
            </a:lvl1pPr>
            <a:lvl2pPr>
              <a:buNone/>
              <a:defRPr sz="2625" b="1">
                <a:solidFill>
                  <a:srgbClr val="D4FF60"/>
                </a:solidFill>
                <a:latin typeface="Arial"/>
                <a:ea typeface="Arial"/>
                <a:cs typeface="Arial"/>
              </a:defRPr>
            </a:lvl2pPr>
            <a:lvl3pPr>
              <a:buNone/>
              <a:defRPr sz="2625" b="1">
                <a:solidFill>
                  <a:srgbClr val="D4FF60"/>
                </a:solidFill>
                <a:latin typeface="Arial"/>
                <a:ea typeface="Arial"/>
                <a:cs typeface="Arial"/>
              </a:defRPr>
            </a:lvl3pPr>
            <a:lvl4pPr>
              <a:buNone/>
              <a:defRPr sz="2625" b="1">
                <a:solidFill>
                  <a:srgbClr val="D4FF60"/>
                </a:solidFill>
                <a:latin typeface="Arial"/>
                <a:ea typeface="Arial"/>
                <a:cs typeface="Arial"/>
              </a:defRPr>
            </a:lvl4pPr>
            <a:lvl5pPr>
              <a:buNone/>
              <a:defRPr sz="2625" b="1">
                <a:solidFill>
                  <a:srgbClr val="D4FF60"/>
                </a:solidFill>
                <a:latin typeface="Arial"/>
                <a:ea typeface="Arial"/>
                <a:cs typeface="Arial"/>
              </a:defRPr>
            </a:lvl5pPr>
            <a:lvl6pPr>
              <a:buNone/>
              <a:defRPr sz="2625" b="1">
                <a:solidFill>
                  <a:srgbClr val="D4FF60"/>
                </a:solidFill>
                <a:latin typeface="Arial"/>
                <a:ea typeface="Arial"/>
                <a:cs typeface="Arial"/>
              </a:defRPr>
            </a:lvl6pPr>
            <a:lvl7pPr>
              <a:buNone/>
              <a:defRPr sz="2625" b="1">
                <a:solidFill>
                  <a:srgbClr val="D4FF60"/>
                </a:solidFill>
                <a:latin typeface="Arial"/>
                <a:ea typeface="Arial"/>
                <a:cs typeface="Arial"/>
              </a:defRPr>
            </a:lvl7pPr>
            <a:lvl8pPr>
              <a:buNone/>
              <a:defRPr sz="2625" b="1">
                <a:solidFill>
                  <a:srgbClr val="D4FF60"/>
                </a:solidFill>
                <a:latin typeface="Arial"/>
                <a:ea typeface="Arial"/>
                <a:cs typeface="Arial"/>
              </a:defRPr>
            </a:lvl8pPr>
            <a:lvl9pPr>
              <a:buNone/>
              <a:defRPr sz="2625" b="1">
                <a:solidFill>
                  <a:srgbClr val="D4FF60"/>
                </a:solidFill>
                <a:latin typeface="Arial"/>
                <a:ea typeface="Arial"/>
                <a:cs typeface="Arial"/>
              </a:defRPr>
            </a:lvl9pPr>
          </a:lstStyle>
          <a:p xmlns:a="http://schemas.openxmlformats.org/drawingml/2006/main">
            <a:pPr>
              <a:buNone/>
              <a:defRPr sz="2625" b="1">
                <a:solidFill>
                  <a:srgbClr val="D4FF60"/>
                </a:solidFill>
                <a:latin typeface="Arial"/>
                <a:ea typeface="Arial"/>
                <a:cs typeface="Arial"/>
              </a:defRPr>
            </a:pPr>
            <a:r>
              <a:rPr sz="2625" b="1">
                <a:solidFill>
                  <a:srgbClr val="D4FF60"/>
                </a:solidFill>
                <a:latin typeface="Arial"/>
                <a:ea typeface="Arial"/>
                <a:cs typeface="Arial"/>
              </a:rPr>
              <a:t>Soul Link carries opponent history</a:t>
            </a:r>
          </a:p>
          <a:p xmlns:a="http://schemas.openxmlformats.org/drawingml/2006/main">
            <a:pPr>
              <a:buNone/>
              <a:defRPr sz="2625" b="1">
                <a:solidFill>
                  <a:srgbClr val="D4FF60"/>
                </a:solidFill>
                <a:latin typeface="Arial"/>
                <a:ea typeface="Arial"/>
                <a:cs typeface="Arial"/>
              </a:defRPr>
            </a:pPr>
            <a:r>
              <a:rPr sz="2625" b="1">
                <a:solidFill>
                  <a:srgbClr val="D4FF60"/>
                </a:solidFill>
                <a:latin typeface="Arial"/>
                <a:ea typeface="Arial"/>
                <a:cs typeface="Arial"/>
              </a:rPr>
              <a:t>into the next decision.</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d8f1a9e95fc74872"/>
          <a:stretch xmlns:a="http://schemas.openxmlformats.org/drawingml/2006/main"/>
        </p:blipFill>
        <p:spPr>
          <a:xfrm xmlns:a="http://schemas.openxmlformats.org/drawingml/2006/main">
            <a:off x="8839200" y="1952225"/>
            <a:ext cx="1190625" cy="2001050"/>
          </a:xfrm>
          <a:prstGeom xmlns:a="http://schemas.openxmlformats.org/drawingml/2006/main" prst="rect">
            <a:avLst/>
          </a:prstGeom>
        </p:spPr>
      </p:pic>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50f1aa87fb6b423e"/>
          <a:stretch xmlns:a="http://schemas.openxmlformats.org/drawingml/2006/main"/>
        </p:blipFill>
        <p:spPr>
          <a:xfrm xmlns:a="http://schemas.openxmlformats.org/drawingml/2006/main">
            <a:off x="10191750" y="1967405"/>
            <a:ext cx="1428750" cy="197069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324B9F5-74A7-4484-A557-D1CC9AF6A1E3}"/>
              </a:ext>
            </a:extLst>
          </p:cNvPr>
          <p:cNvSpPr>
            <a:spLocks xmlns:a="http://schemas.openxmlformats.org/drawingml/2006/main" noGrp="1"/>
          </p:cNvSpPr>
          <p:nvPr/>
        </p:nvSpPr>
        <p:spPr>
          <a:xfrm xmlns:a="http://schemas.openxmlformats.org/drawingml/2006/main">
            <a:off x="600075" y="391477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950" b="0">
                <a:solidFill>
                  <a:srgbClr val="B8B3C9"/>
                </a:solidFill>
                <a:latin typeface="Arial"/>
                <a:ea typeface="Arial"/>
                <a:cs typeface="Arial"/>
              </a:defRPr>
            </a:lvl1pPr>
            <a:lvl2pPr>
              <a:buNone/>
              <a:defRPr sz="1950" b="0">
                <a:solidFill>
                  <a:srgbClr val="B8B3C9"/>
                </a:solidFill>
                <a:latin typeface="Arial"/>
                <a:ea typeface="Arial"/>
                <a:cs typeface="Arial"/>
              </a:defRPr>
            </a:lvl2pPr>
            <a:lvl3pPr>
              <a:buNone/>
              <a:defRPr sz="1950" b="0">
                <a:solidFill>
                  <a:srgbClr val="B8B3C9"/>
                </a:solidFill>
                <a:latin typeface="Arial"/>
                <a:ea typeface="Arial"/>
                <a:cs typeface="Arial"/>
              </a:defRPr>
            </a:lvl3pPr>
            <a:lvl4pPr>
              <a:buNone/>
              <a:defRPr sz="1950" b="0">
                <a:solidFill>
                  <a:srgbClr val="B8B3C9"/>
                </a:solidFill>
                <a:latin typeface="Arial"/>
                <a:ea typeface="Arial"/>
                <a:cs typeface="Arial"/>
              </a:defRPr>
            </a:lvl4pPr>
            <a:lvl5pPr>
              <a:buNone/>
              <a:defRPr sz="1950" b="0">
                <a:solidFill>
                  <a:srgbClr val="B8B3C9"/>
                </a:solidFill>
                <a:latin typeface="Arial"/>
                <a:ea typeface="Arial"/>
                <a:cs typeface="Arial"/>
              </a:defRPr>
            </a:lvl5pPr>
            <a:lvl6pPr>
              <a:buNone/>
              <a:defRPr sz="1950" b="0">
                <a:solidFill>
                  <a:srgbClr val="B8B3C9"/>
                </a:solidFill>
                <a:latin typeface="Arial"/>
                <a:ea typeface="Arial"/>
                <a:cs typeface="Arial"/>
              </a:defRPr>
            </a:lvl6pPr>
            <a:lvl7pPr>
              <a:buNone/>
              <a:defRPr sz="1950" b="0">
                <a:solidFill>
                  <a:srgbClr val="B8B3C9"/>
                </a:solidFill>
                <a:latin typeface="Arial"/>
                <a:ea typeface="Arial"/>
                <a:cs typeface="Arial"/>
              </a:defRPr>
            </a:lvl7pPr>
            <a:lvl8pPr>
              <a:buNone/>
              <a:defRPr sz="1950" b="0">
                <a:solidFill>
                  <a:srgbClr val="B8B3C9"/>
                </a:solidFill>
                <a:latin typeface="Arial"/>
                <a:ea typeface="Arial"/>
                <a:cs typeface="Arial"/>
              </a:defRPr>
            </a:lvl8pPr>
            <a:lvl9pPr>
              <a:buNone/>
              <a:defRPr sz="1950" b="0">
                <a:solidFill>
                  <a:srgbClr val="B8B3C9"/>
                </a:solidFill>
                <a:latin typeface="Arial"/>
                <a:ea typeface="Arial"/>
                <a:cs typeface="Arial"/>
              </a:defRPr>
            </a:lvl9pPr>
          </a:lstStyle>
          <a:p xmlns:a="http://schemas.openxmlformats.org/drawingml/2006/main">
            <a:pPr>
              <a:buNone/>
              <a:defRPr sz="1950" b="0">
                <a:solidFill>
                  <a:srgbClr val="B8B3C9"/>
                </a:solidFill>
                <a:latin typeface="Arial"/>
                <a:ea typeface="Arial"/>
                <a:cs typeface="Arial"/>
              </a:defRPr>
            </a:pPr>
            <a:r>
              <a:rPr sz="1950" b="0">
                <a:solidFill>
                  <a:srgbClr val="B8B3C9"/>
                </a:solidFill>
                <a:latin typeface="Arial"/>
                <a:ea typeface="Arial"/>
                <a:cs typeface="Arial"/>
              </a:rPr>
              <a:t>6 original fighters, each with a custom-designed voice</a:t>
            </a:r>
          </a:p>
        </p:txBody>
      </p:sp>
      <p:sp>
        <p:nvSpPr>
          <p:cNvPr id="9" name="">
            <a:extLst xmlns:a="http://schemas.openxmlformats.org/drawingml/2006/main">
              <a:ext uri="{FF2B5EF4-FFF2-40B4-BE49-F238E27FC236}">
                <a16:creationId xmlns:a16="http://schemas.microsoft.com/office/drawing/2014/main" id="{75B278B2-CF8E-4C56-8CF8-19DE84E271AE}"/>
              </a:ext>
            </a:extLst>
          </p:cNvPr>
          <p:cNvSpPr>
            <a:spLocks xmlns:a="http://schemas.openxmlformats.org/drawingml/2006/main" noGrp="1"/>
          </p:cNvSpPr>
          <p:nvPr/>
        </p:nvSpPr>
        <p:spPr>
          <a:xfrm xmlns:a="http://schemas.openxmlformats.org/drawingml/2006/main">
            <a:off x="600075" y="44577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2250" b="1">
                <a:solidFill>
                  <a:srgbClr val="F7F3E9"/>
                </a:solidFill>
                <a:latin typeface="Arial"/>
                <a:ea typeface="Arial"/>
                <a:cs typeface="Arial"/>
              </a:defRPr>
            </a:lvl1pPr>
            <a:lvl2pPr>
              <a:buNone/>
              <a:defRPr sz="2250" b="1">
                <a:solidFill>
                  <a:srgbClr val="F7F3E9"/>
                </a:solidFill>
                <a:latin typeface="Arial"/>
                <a:ea typeface="Arial"/>
                <a:cs typeface="Arial"/>
              </a:defRPr>
            </a:lvl2pPr>
            <a:lvl3pPr>
              <a:buNone/>
              <a:defRPr sz="2250" b="1">
                <a:solidFill>
                  <a:srgbClr val="F7F3E9"/>
                </a:solidFill>
                <a:latin typeface="Arial"/>
                <a:ea typeface="Arial"/>
                <a:cs typeface="Arial"/>
              </a:defRPr>
            </a:lvl3pPr>
            <a:lvl4pPr>
              <a:buNone/>
              <a:defRPr sz="2250" b="1">
                <a:solidFill>
                  <a:srgbClr val="F7F3E9"/>
                </a:solidFill>
                <a:latin typeface="Arial"/>
                <a:ea typeface="Arial"/>
                <a:cs typeface="Arial"/>
              </a:defRPr>
            </a:lvl4pPr>
            <a:lvl5pPr>
              <a:buNone/>
              <a:defRPr sz="2250" b="1">
                <a:solidFill>
                  <a:srgbClr val="F7F3E9"/>
                </a:solidFill>
                <a:latin typeface="Arial"/>
                <a:ea typeface="Arial"/>
                <a:cs typeface="Arial"/>
              </a:defRPr>
            </a:lvl5pPr>
            <a:lvl6pPr>
              <a:buNone/>
              <a:defRPr sz="2250" b="1">
                <a:solidFill>
                  <a:srgbClr val="F7F3E9"/>
                </a:solidFill>
                <a:latin typeface="Arial"/>
                <a:ea typeface="Arial"/>
                <a:cs typeface="Arial"/>
              </a:defRPr>
            </a:lvl6pPr>
            <a:lvl7pPr>
              <a:buNone/>
              <a:defRPr sz="2250" b="1">
                <a:solidFill>
                  <a:srgbClr val="F7F3E9"/>
                </a:solidFill>
                <a:latin typeface="Arial"/>
                <a:ea typeface="Arial"/>
                <a:cs typeface="Arial"/>
              </a:defRPr>
            </a:lvl7pPr>
            <a:lvl8pPr>
              <a:buNone/>
              <a:defRPr sz="2250" b="1">
                <a:solidFill>
                  <a:srgbClr val="F7F3E9"/>
                </a:solidFill>
                <a:latin typeface="Arial"/>
                <a:ea typeface="Arial"/>
                <a:cs typeface="Arial"/>
              </a:defRPr>
            </a:lvl8pPr>
            <a:lvl9pPr>
              <a:buNone/>
              <a:defRPr sz="2250" b="1">
                <a:solidFill>
                  <a:srgbClr val="F7F3E9"/>
                </a:solidFill>
                <a:latin typeface="Arial"/>
                <a:ea typeface="Arial"/>
                <a:cs typeface="Arial"/>
              </a:defRPr>
            </a:lvl9pPr>
          </a:lstStyle>
          <a:p xmlns:a="http://schemas.openxmlformats.org/drawingml/2006/main">
            <a:pPr>
              <a:buNone/>
              <a:defRPr sz="2250" b="1">
                <a:solidFill>
                  <a:srgbClr val="F7F3E9"/>
                </a:solidFill>
                <a:latin typeface="Arial"/>
                <a:ea typeface="Arial"/>
                <a:cs typeface="Arial"/>
              </a:defRPr>
            </a:pPr>
            <a:r>
              <a:rPr sz="2250" b="1">
                <a:solidFill>
                  <a:srgbClr val="F7F3E9"/>
                </a:solidFill>
                <a:latin typeface="Arial"/>
                <a:ea typeface="Arial"/>
                <a:cs typeface="Arial"/>
              </a:rPr>
              <a:t>Autonomy, with a referee</a:t>
            </a:r>
          </a:p>
        </p:txBody>
      </p:sp>
      <p:sp>
        <p:nvSpPr>
          <p:cNvPr id="10" name="">
            <a:extLst xmlns:a="http://schemas.openxmlformats.org/drawingml/2006/main">
              <a:ext uri="{FF2B5EF4-FFF2-40B4-BE49-F238E27FC236}">
                <a16:creationId xmlns:a16="http://schemas.microsoft.com/office/drawing/2014/main" id="{DF587E1E-BF00-4046-9C1A-22A79B14BD20}"/>
              </a:ext>
            </a:extLst>
          </p:cNvPr>
          <p:cNvSpPr>
            <a:spLocks xmlns:a="http://schemas.openxmlformats.org/drawingml/2006/main" noGrp="1"/>
          </p:cNvSpPr>
          <p:nvPr/>
        </p:nvSpPr>
        <p:spPr>
          <a:xfrm xmlns:a="http://schemas.openxmlformats.org/drawingml/2006/main">
            <a:off x="600075" y="492442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875" b="0">
                <a:solidFill>
                  <a:srgbClr val="B8B3C9"/>
                </a:solidFill>
                <a:latin typeface="Arial"/>
                <a:ea typeface="Arial"/>
                <a:cs typeface="Arial"/>
              </a:defRPr>
            </a:lvl1pPr>
            <a:lvl2pPr>
              <a:buNone/>
              <a:defRPr sz="1875" b="0">
                <a:solidFill>
                  <a:srgbClr val="B8B3C9"/>
                </a:solidFill>
                <a:latin typeface="Arial"/>
                <a:ea typeface="Arial"/>
                <a:cs typeface="Arial"/>
              </a:defRPr>
            </a:lvl2pPr>
            <a:lvl3pPr>
              <a:buNone/>
              <a:defRPr sz="1875" b="0">
                <a:solidFill>
                  <a:srgbClr val="B8B3C9"/>
                </a:solidFill>
                <a:latin typeface="Arial"/>
                <a:ea typeface="Arial"/>
                <a:cs typeface="Arial"/>
              </a:defRPr>
            </a:lvl3pPr>
            <a:lvl4pPr>
              <a:buNone/>
              <a:defRPr sz="1875" b="0">
                <a:solidFill>
                  <a:srgbClr val="B8B3C9"/>
                </a:solidFill>
                <a:latin typeface="Arial"/>
                <a:ea typeface="Arial"/>
                <a:cs typeface="Arial"/>
              </a:defRPr>
            </a:lvl4pPr>
            <a:lvl5pPr>
              <a:buNone/>
              <a:defRPr sz="1875" b="0">
                <a:solidFill>
                  <a:srgbClr val="B8B3C9"/>
                </a:solidFill>
                <a:latin typeface="Arial"/>
                <a:ea typeface="Arial"/>
                <a:cs typeface="Arial"/>
              </a:defRPr>
            </a:lvl5pPr>
            <a:lvl6pPr>
              <a:buNone/>
              <a:defRPr sz="1875" b="0">
                <a:solidFill>
                  <a:srgbClr val="B8B3C9"/>
                </a:solidFill>
                <a:latin typeface="Arial"/>
                <a:ea typeface="Arial"/>
                <a:cs typeface="Arial"/>
              </a:defRPr>
            </a:lvl6pPr>
            <a:lvl7pPr>
              <a:buNone/>
              <a:defRPr sz="1875" b="0">
                <a:solidFill>
                  <a:srgbClr val="B8B3C9"/>
                </a:solidFill>
                <a:latin typeface="Arial"/>
                <a:ea typeface="Arial"/>
                <a:cs typeface="Arial"/>
              </a:defRPr>
            </a:lvl7pPr>
            <a:lvl8pPr>
              <a:buNone/>
              <a:defRPr sz="1875" b="0">
                <a:solidFill>
                  <a:srgbClr val="B8B3C9"/>
                </a:solidFill>
                <a:latin typeface="Arial"/>
                <a:ea typeface="Arial"/>
                <a:cs typeface="Arial"/>
              </a:defRPr>
            </a:lvl8pPr>
            <a:lvl9pPr>
              <a:buNone/>
              <a:defRPr sz="1875" b="0">
                <a:solidFill>
                  <a:srgbClr val="B8B3C9"/>
                </a:solidFill>
                <a:latin typeface="Arial"/>
                <a:ea typeface="Arial"/>
                <a:cs typeface="Arial"/>
              </a:defRPr>
            </a:lvl9pPr>
          </a:lstStyle>
          <a:p xmlns:a="http://schemas.openxmlformats.org/drawingml/2006/main">
            <a:pPr>
              <a:buNone/>
              <a:defRPr sz="1875" b="0">
                <a:solidFill>
                  <a:srgbClr val="B8B3C9"/>
                </a:solidFill>
                <a:latin typeface="Arial"/>
                <a:ea typeface="Arial"/>
                <a:cs typeface="Arial"/>
              </a:defRPr>
            </a:pPr>
            <a:r>
              <a:rPr sz="1875" b="0">
                <a:solidFill>
                  <a:srgbClr val="B8B3C9"/>
                </a:solidFill>
                <a:latin typeface="Arial"/>
                <a:ea typeface="Arial"/>
                <a:cs typeface="Arial"/>
              </a:rPr>
              <a:t>5 legal moves. Server resolves damage. 40-turn cap.</a:t>
            </a:r>
          </a:p>
          <a:p xmlns:a="http://schemas.openxmlformats.org/drawingml/2006/main">
            <a:pPr>
              <a:buNone/>
              <a:defRPr sz="1875" b="0">
                <a:solidFill>
                  <a:srgbClr val="B8B3C9"/>
                </a:solidFill>
                <a:latin typeface="Arial"/>
                <a:ea typeface="Arial"/>
                <a:cs typeface="Arial"/>
              </a:defRPr>
            </a:pPr>
            <a:r>
              <a:rPr sz="1875" b="0">
                <a:solidFill>
                  <a:srgbClr val="B8B3C9"/>
                </a:solidFill>
                <a:latin typeface="Arial"/>
                <a:ea typeface="Arial"/>
                <a:cs typeface="Arial"/>
              </a:rPr>
              <a:t>Timeout fallbacks. Traced decisions.</a:t>
            </a:r>
          </a:p>
        </p:txBody>
      </p:sp>
      <p:sp>
        <p:nvSpPr>
          <p:cNvPr id="11" name="">
            <a:extLst xmlns:a="http://schemas.openxmlformats.org/drawingml/2006/main">
              <a:ext uri="{FF2B5EF4-FFF2-40B4-BE49-F238E27FC236}">
                <a16:creationId xmlns:a16="http://schemas.microsoft.com/office/drawing/2014/main" id="{9BBF59A8-EFD7-45BD-8F40-8FC10BC0FE6B}"/>
              </a:ext>
            </a:extLst>
          </p:cNvPr>
          <p:cNvSpPr>
            <a:spLocks xmlns:a="http://schemas.openxmlformats.org/drawingml/2006/main" noGrp="1"/>
          </p:cNvSpPr>
          <p:nvPr/>
        </p:nvSpPr>
        <p:spPr>
          <a:xfrm xmlns:a="http://schemas.openxmlformats.org/drawingml/2006/main">
            <a:off x="600075" y="58102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2025" b="1">
                <a:solidFill>
                  <a:srgbClr val="D4FF60"/>
                </a:solidFill>
                <a:latin typeface="Arial"/>
                <a:ea typeface="Arial"/>
                <a:cs typeface="Arial"/>
              </a:defRPr>
            </a:lvl1pPr>
            <a:lvl2pPr>
              <a:buNone/>
              <a:defRPr sz="2025" b="1">
                <a:solidFill>
                  <a:srgbClr val="D4FF60"/>
                </a:solidFill>
                <a:latin typeface="Arial"/>
                <a:ea typeface="Arial"/>
                <a:cs typeface="Arial"/>
              </a:defRPr>
            </a:lvl2pPr>
            <a:lvl3pPr>
              <a:buNone/>
              <a:defRPr sz="2025" b="1">
                <a:solidFill>
                  <a:srgbClr val="D4FF60"/>
                </a:solidFill>
                <a:latin typeface="Arial"/>
                <a:ea typeface="Arial"/>
                <a:cs typeface="Arial"/>
              </a:defRPr>
            </a:lvl3pPr>
            <a:lvl4pPr>
              <a:buNone/>
              <a:defRPr sz="2025" b="1">
                <a:solidFill>
                  <a:srgbClr val="D4FF60"/>
                </a:solidFill>
                <a:latin typeface="Arial"/>
                <a:ea typeface="Arial"/>
                <a:cs typeface="Arial"/>
              </a:defRPr>
            </a:lvl4pPr>
            <a:lvl5pPr>
              <a:buNone/>
              <a:defRPr sz="2025" b="1">
                <a:solidFill>
                  <a:srgbClr val="D4FF60"/>
                </a:solidFill>
                <a:latin typeface="Arial"/>
                <a:ea typeface="Arial"/>
                <a:cs typeface="Arial"/>
              </a:defRPr>
            </a:lvl5pPr>
            <a:lvl6pPr>
              <a:buNone/>
              <a:defRPr sz="2025" b="1">
                <a:solidFill>
                  <a:srgbClr val="D4FF60"/>
                </a:solidFill>
                <a:latin typeface="Arial"/>
                <a:ea typeface="Arial"/>
                <a:cs typeface="Arial"/>
              </a:defRPr>
            </a:lvl6pPr>
            <a:lvl7pPr>
              <a:buNone/>
              <a:defRPr sz="2025" b="1">
                <a:solidFill>
                  <a:srgbClr val="D4FF60"/>
                </a:solidFill>
                <a:latin typeface="Arial"/>
                <a:ea typeface="Arial"/>
                <a:cs typeface="Arial"/>
              </a:defRPr>
            </a:lvl7pPr>
            <a:lvl8pPr>
              <a:buNone/>
              <a:defRPr sz="2025" b="1">
                <a:solidFill>
                  <a:srgbClr val="D4FF60"/>
                </a:solidFill>
                <a:latin typeface="Arial"/>
                <a:ea typeface="Arial"/>
                <a:cs typeface="Arial"/>
              </a:defRPr>
            </a:lvl8pPr>
            <a:lvl9pPr>
              <a:buNone/>
              <a:defRPr sz="2025" b="1">
                <a:solidFill>
                  <a:srgbClr val="D4FF60"/>
                </a:solidFill>
                <a:latin typeface="Arial"/>
                <a:ea typeface="Arial"/>
                <a:cs typeface="Arial"/>
              </a:defRPr>
            </a:lvl9pPr>
          </a:lstStyle>
          <a:p xmlns:a="http://schemas.openxmlformats.org/drawingml/2006/main">
            <a:pPr>
              <a:buNone/>
              <a:defRPr sz="2025" b="1">
                <a:solidFill>
                  <a:srgbClr val="D4FF60"/>
                </a:solidFill>
                <a:latin typeface="Arial"/>
                <a:ea typeface="Arial"/>
                <a:cs typeface="Arial"/>
              </a:defRPr>
            </a:pPr>
            <a:r>
              <a:rPr sz="2025" b="1">
                <a:solidFill>
                  <a:srgbClr val="D4FF60"/>
                </a:solidFill>
                <a:latin typeface="Arial"/>
                <a:ea typeface="Arial"/>
                <a:cs typeface="Arial"/>
              </a:rPr>
              <a:t>Seen live: memory says Kaito opens heavy, so Rei dodges.</a:t>
            </a:r>
          </a:p>
        </p:txBody>
      </p:sp>
    </p:spTree>
    <p:extLst>
      <p:ext uri="{BB962C8B-B14F-4D97-AF65-F5344CB8AC3E}">
        <p14:creationId xmlns:p14="http://schemas.microsoft.com/office/powerpoint/2010/main" val="949731266"/>
      </p:ext>
    </p:extLst>
  </p:cSld>
</p:sld>
</file>

<file path=ppt/slides/slide3.xml><?xml version="1.0" encoding="utf-8"?>
<p:sld xmlns:p="http://schemas.openxmlformats.org/presentationml/2006/main">
  <p:cSld>
    <p:bg>
      <p:bgPr>
        <a:solidFill xmlns:a="http://schemas.openxmlformats.org/drawingml/2006/main">
          <a:srgbClr val="10101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68801FA-8045-4A32-BDF6-DC41DB1B5D10}"/>
              </a:ext>
            </a:extLst>
          </p:cNvPr>
          <p:cNvSpPr>
            <a:spLocks xmlns:a="http://schemas.openxmlformats.org/drawingml/2006/main" noGrp="1"/>
          </p:cNvSpPr>
          <p:nvPr/>
        </p:nvSpPr>
        <p:spPr>
          <a:xfrm xmlns:a="http://schemas.openxmlformats.org/drawingml/2006/main">
            <a:off x="552450" y="2857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200" b="1">
                <a:solidFill>
                  <a:srgbClr val="D4FF60"/>
                </a:solidFill>
                <a:latin typeface="Arial"/>
                <a:ea typeface="Arial"/>
                <a:cs typeface="Arial"/>
              </a:defRPr>
            </a:lvl1pPr>
            <a:lvl2pPr>
              <a:buNone/>
              <a:defRPr sz="1200" b="1">
                <a:solidFill>
                  <a:srgbClr val="D4FF60"/>
                </a:solidFill>
                <a:latin typeface="Arial"/>
                <a:ea typeface="Arial"/>
                <a:cs typeface="Arial"/>
              </a:defRPr>
            </a:lvl2pPr>
            <a:lvl3pPr>
              <a:buNone/>
              <a:defRPr sz="1200" b="1">
                <a:solidFill>
                  <a:srgbClr val="D4FF60"/>
                </a:solidFill>
                <a:latin typeface="Arial"/>
                <a:ea typeface="Arial"/>
                <a:cs typeface="Arial"/>
              </a:defRPr>
            </a:lvl3pPr>
            <a:lvl4pPr>
              <a:buNone/>
              <a:defRPr sz="1200" b="1">
                <a:solidFill>
                  <a:srgbClr val="D4FF60"/>
                </a:solidFill>
                <a:latin typeface="Arial"/>
                <a:ea typeface="Arial"/>
                <a:cs typeface="Arial"/>
              </a:defRPr>
            </a:lvl4pPr>
            <a:lvl5pPr>
              <a:buNone/>
              <a:defRPr sz="1200" b="1">
                <a:solidFill>
                  <a:srgbClr val="D4FF60"/>
                </a:solidFill>
                <a:latin typeface="Arial"/>
                <a:ea typeface="Arial"/>
                <a:cs typeface="Arial"/>
              </a:defRPr>
            </a:lvl5pPr>
            <a:lvl6pPr>
              <a:buNone/>
              <a:defRPr sz="1200" b="1">
                <a:solidFill>
                  <a:srgbClr val="D4FF60"/>
                </a:solidFill>
                <a:latin typeface="Arial"/>
                <a:ea typeface="Arial"/>
                <a:cs typeface="Arial"/>
              </a:defRPr>
            </a:lvl6pPr>
            <a:lvl7pPr>
              <a:buNone/>
              <a:defRPr sz="1200" b="1">
                <a:solidFill>
                  <a:srgbClr val="D4FF60"/>
                </a:solidFill>
                <a:latin typeface="Arial"/>
                <a:ea typeface="Arial"/>
                <a:cs typeface="Arial"/>
              </a:defRPr>
            </a:lvl7pPr>
            <a:lvl8pPr>
              <a:buNone/>
              <a:defRPr sz="1200" b="1">
                <a:solidFill>
                  <a:srgbClr val="D4FF60"/>
                </a:solidFill>
                <a:latin typeface="Arial"/>
                <a:ea typeface="Arial"/>
                <a:cs typeface="Arial"/>
              </a:defRPr>
            </a:lvl8pPr>
            <a:lvl9pPr>
              <a:buNone/>
              <a:defRPr sz="1200" b="1">
                <a:solidFill>
                  <a:srgbClr val="D4FF60"/>
                </a:solidFill>
                <a:latin typeface="Arial"/>
                <a:ea typeface="Arial"/>
                <a:cs typeface="Arial"/>
              </a:defRPr>
            </a:lvl9pPr>
          </a:lstStyle>
          <a:p xmlns:a="http://schemas.openxmlformats.org/drawingml/2006/main">
            <a:pPr>
              <a:buNone/>
              <a:defRPr sz="1200" b="1">
                <a:solidFill>
                  <a:srgbClr val="D4FF60"/>
                </a:solidFill>
                <a:latin typeface="Arial"/>
                <a:ea typeface="Arial"/>
                <a:cs typeface="Arial"/>
              </a:defRPr>
            </a:pPr>
            <a:r>
              <a:rPr sz="1200" b="1">
                <a:solidFill>
                  <a:srgbClr val="D4FF60"/>
                </a:solidFill>
                <a:latin typeface="Arial"/>
                <a:ea typeface="Arial"/>
                <a:cs typeface="Arial"/>
              </a:rPr>
              <a:t>THE ACTUAL STACK</a:t>
            </a:r>
          </a:p>
        </p:txBody>
      </p:sp>
      <p:sp>
        <p:nvSpPr>
          <p:cNvPr id="2" name="">
            <a:extLst xmlns:a="http://schemas.openxmlformats.org/drawingml/2006/main">
              <a:ext uri="{FF2B5EF4-FFF2-40B4-BE49-F238E27FC236}">
                <a16:creationId xmlns:a16="http://schemas.microsoft.com/office/drawing/2014/main" id="{17200A6A-9A29-483F-AC81-EF67450BC014}"/>
              </a:ext>
            </a:extLst>
          </p:cNvPr>
          <p:cNvSpPr>
            <a:spLocks xmlns:a="http://schemas.openxmlformats.org/drawingml/2006/main" noGrp="1"/>
          </p:cNvSpPr>
          <p:nvPr/>
        </p:nvSpPr>
        <p:spPr>
          <a:xfrm xmlns:a="http://schemas.openxmlformats.org/drawingml/2006/main">
            <a:off x="11049000" y="62388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200" b="0">
                <a:solidFill>
                  <a:srgbClr val="B8B3C9"/>
                </a:solidFill>
                <a:latin typeface="Arial"/>
                <a:ea typeface="Arial"/>
                <a:cs typeface="Arial"/>
              </a:defRPr>
            </a:lvl1pPr>
            <a:lvl2pPr>
              <a:buNone/>
              <a:defRPr sz="1200" b="0">
                <a:solidFill>
                  <a:srgbClr val="B8B3C9"/>
                </a:solidFill>
                <a:latin typeface="Arial"/>
                <a:ea typeface="Arial"/>
                <a:cs typeface="Arial"/>
              </a:defRPr>
            </a:lvl2pPr>
            <a:lvl3pPr>
              <a:buNone/>
              <a:defRPr sz="1200" b="0">
                <a:solidFill>
                  <a:srgbClr val="B8B3C9"/>
                </a:solidFill>
                <a:latin typeface="Arial"/>
                <a:ea typeface="Arial"/>
                <a:cs typeface="Arial"/>
              </a:defRPr>
            </a:lvl3pPr>
            <a:lvl4pPr>
              <a:buNone/>
              <a:defRPr sz="1200" b="0">
                <a:solidFill>
                  <a:srgbClr val="B8B3C9"/>
                </a:solidFill>
                <a:latin typeface="Arial"/>
                <a:ea typeface="Arial"/>
                <a:cs typeface="Arial"/>
              </a:defRPr>
            </a:lvl4pPr>
            <a:lvl5pPr>
              <a:buNone/>
              <a:defRPr sz="1200" b="0">
                <a:solidFill>
                  <a:srgbClr val="B8B3C9"/>
                </a:solidFill>
                <a:latin typeface="Arial"/>
                <a:ea typeface="Arial"/>
                <a:cs typeface="Arial"/>
              </a:defRPr>
            </a:lvl5pPr>
            <a:lvl6pPr>
              <a:buNone/>
              <a:defRPr sz="1200" b="0">
                <a:solidFill>
                  <a:srgbClr val="B8B3C9"/>
                </a:solidFill>
                <a:latin typeface="Arial"/>
                <a:ea typeface="Arial"/>
                <a:cs typeface="Arial"/>
              </a:defRPr>
            </a:lvl6pPr>
            <a:lvl7pPr>
              <a:buNone/>
              <a:defRPr sz="1200" b="0">
                <a:solidFill>
                  <a:srgbClr val="B8B3C9"/>
                </a:solidFill>
                <a:latin typeface="Arial"/>
                <a:ea typeface="Arial"/>
                <a:cs typeface="Arial"/>
              </a:defRPr>
            </a:lvl7pPr>
            <a:lvl8pPr>
              <a:buNone/>
              <a:defRPr sz="1200" b="0">
                <a:solidFill>
                  <a:srgbClr val="B8B3C9"/>
                </a:solidFill>
                <a:latin typeface="Arial"/>
                <a:ea typeface="Arial"/>
                <a:cs typeface="Arial"/>
              </a:defRPr>
            </a:lvl8pPr>
            <a:lvl9pPr>
              <a:buNone/>
              <a:defRPr sz="1200" b="0">
                <a:solidFill>
                  <a:srgbClr val="B8B3C9"/>
                </a:solidFill>
                <a:latin typeface="Arial"/>
                <a:ea typeface="Arial"/>
                <a:cs typeface="Arial"/>
              </a:defRPr>
            </a:lvl9pPr>
          </a:lstStyle>
          <a:p xmlns:a="http://schemas.openxmlformats.org/drawingml/2006/main">
            <a:pPr>
              <a:buNone/>
              <a:defRPr sz="1200" b="0">
                <a:solidFill>
                  <a:srgbClr val="B8B3C9"/>
                </a:solidFill>
                <a:latin typeface="Arial"/>
                <a:ea typeface="Arial"/>
                <a:cs typeface="Arial"/>
              </a:defRPr>
            </a:pPr>
            <a:r>
              <a:rPr sz="1200" b="0">
                <a:solidFill>
                  <a:srgbClr val="B8B3C9"/>
                </a:solidFill>
                <a:latin typeface="Arial"/>
                <a:ea typeface="Arial"/>
                <a:cs typeface="Arial"/>
              </a:rPr>
              <a:t>3 / 5</a:t>
            </a:r>
          </a:p>
        </p:txBody>
      </p:sp>
      <p:sp>
        <p:nvSpPr>
          <p:cNvPr id="3" name="">
            <a:extLst xmlns:a="http://schemas.openxmlformats.org/drawingml/2006/main">
              <a:ext uri="{FF2B5EF4-FFF2-40B4-BE49-F238E27FC236}">
                <a16:creationId xmlns:a16="http://schemas.microsoft.com/office/drawing/2014/main" id="{9A726764-9E1E-4C11-B8B7-7360A45911EA}"/>
              </a:ext>
            </a:extLst>
          </p:cNvPr>
          <p:cNvSpPr>
            <a:spLocks xmlns:a="http://schemas.openxmlformats.org/drawingml/2006/main" noGrp="1"/>
          </p:cNvSpPr>
          <p:nvPr/>
        </p:nvSpPr>
        <p:spPr>
          <a:xfrm xmlns:a="http://schemas.openxmlformats.org/drawingml/2006/main">
            <a:off x="552450" y="904875"/>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4200" b="1">
                <a:solidFill>
                  <a:srgbClr val="F7F3E9"/>
                </a:solidFill>
                <a:latin typeface="Arial"/>
                <a:ea typeface="Arial"/>
                <a:cs typeface="Arial"/>
              </a:defRPr>
            </a:lvl1pPr>
            <a:lvl2pPr>
              <a:buNone/>
              <a:defRPr sz="4200" b="1">
                <a:solidFill>
                  <a:srgbClr val="F7F3E9"/>
                </a:solidFill>
                <a:latin typeface="Arial"/>
                <a:ea typeface="Arial"/>
                <a:cs typeface="Arial"/>
              </a:defRPr>
            </a:lvl2pPr>
            <a:lvl3pPr>
              <a:buNone/>
              <a:defRPr sz="4200" b="1">
                <a:solidFill>
                  <a:srgbClr val="F7F3E9"/>
                </a:solidFill>
                <a:latin typeface="Arial"/>
                <a:ea typeface="Arial"/>
                <a:cs typeface="Arial"/>
              </a:defRPr>
            </a:lvl3pPr>
            <a:lvl4pPr>
              <a:buNone/>
              <a:defRPr sz="4200" b="1">
                <a:solidFill>
                  <a:srgbClr val="F7F3E9"/>
                </a:solidFill>
                <a:latin typeface="Arial"/>
                <a:ea typeface="Arial"/>
                <a:cs typeface="Arial"/>
              </a:defRPr>
            </a:lvl4pPr>
            <a:lvl5pPr>
              <a:buNone/>
              <a:defRPr sz="4200" b="1">
                <a:solidFill>
                  <a:srgbClr val="F7F3E9"/>
                </a:solidFill>
                <a:latin typeface="Arial"/>
                <a:ea typeface="Arial"/>
                <a:cs typeface="Arial"/>
              </a:defRPr>
            </a:lvl5pPr>
            <a:lvl6pPr>
              <a:buNone/>
              <a:defRPr sz="4200" b="1">
                <a:solidFill>
                  <a:srgbClr val="F7F3E9"/>
                </a:solidFill>
                <a:latin typeface="Arial"/>
                <a:ea typeface="Arial"/>
                <a:cs typeface="Arial"/>
              </a:defRPr>
            </a:lvl6pPr>
            <a:lvl7pPr>
              <a:buNone/>
              <a:defRPr sz="4200" b="1">
                <a:solidFill>
                  <a:srgbClr val="F7F3E9"/>
                </a:solidFill>
                <a:latin typeface="Arial"/>
                <a:ea typeface="Arial"/>
                <a:cs typeface="Arial"/>
              </a:defRPr>
            </a:lvl7pPr>
            <a:lvl8pPr>
              <a:buNone/>
              <a:defRPr sz="4200" b="1">
                <a:solidFill>
                  <a:srgbClr val="F7F3E9"/>
                </a:solidFill>
                <a:latin typeface="Arial"/>
                <a:ea typeface="Arial"/>
                <a:cs typeface="Arial"/>
              </a:defRPr>
            </a:lvl8pPr>
            <a:lvl9pPr>
              <a:buNone/>
              <a:defRPr sz="4200" b="1">
                <a:solidFill>
                  <a:srgbClr val="F7F3E9"/>
                </a:solidFill>
                <a:latin typeface="Arial"/>
                <a:ea typeface="Arial"/>
                <a:cs typeface="Arial"/>
              </a:defRPr>
            </a:lvl9pPr>
          </a:lstStyle>
          <a:p xmlns:a="http://schemas.openxmlformats.org/drawingml/2006/main">
            <a:pPr>
              <a:buNone/>
              <a:defRPr sz="4200" b="1">
                <a:solidFill>
                  <a:srgbClr val="F7F3E9"/>
                </a:solidFill>
                <a:latin typeface="Arial"/>
                <a:ea typeface="Arial"/>
                <a:cs typeface="Arial"/>
              </a:defRPr>
            </a:pPr>
            <a:r>
              <a:rPr sz="4200" b="1">
                <a:solidFill>
                  <a:srgbClr val="F7F3E9"/>
                </a:solidFill>
                <a:latin typeface="Arial"/>
                <a:ea typeface="Arial"/>
                <a:cs typeface="Arial"/>
              </a:rPr>
              <a:t>Five tools. One arena.</a:t>
            </a:r>
          </a:p>
        </p:txBody>
      </p:sp>
      <p:sp>
        <p:nvSpPr>
          <p:cNvPr id="4" name="">
            <a:extLst xmlns:a="http://schemas.openxmlformats.org/drawingml/2006/main">
              <a:ext uri="{FF2B5EF4-FFF2-40B4-BE49-F238E27FC236}">
                <a16:creationId xmlns:a16="http://schemas.microsoft.com/office/drawing/2014/main" id="{D3848324-41AB-4739-9B43-9FAD448B947D}"/>
              </a:ext>
            </a:extLst>
          </p:cNvPr>
          <p:cNvSpPr>
            <a:spLocks xmlns:a="http://schemas.openxmlformats.org/drawingml/2006/main" noGrp="1"/>
          </p:cNvSpPr>
          <p:nvPr/>
        </p:nvSpPr>
        <p:spPr>
          <a:xfrm xmlns:a="http://schemas.openxmlformats.org/drawingml/2006/main">
            <a:off x="609600" y="2124075"/>
            <a:ext cx="3857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2175" b="1">
                <a:solidFill>
                  <a:srgbClr val="D4FF60"/>
                </a:solidFill>
                <a:latin typeface="Arial"/>
                <a:ea typeface="Arial"/>
                <a:cs typeface="Arial"/>
              </a:defRPr>
            </a:lvl1pPr>
            <a:lvl2pPr>
              <a:buNone/>
              <a:defRPr sz="2175" b="1">
                <a:solidFill>
                  <a:srgbClr val="D4FF60"/>
                </a:solidFill>
                <a:latin typeface="Arial"/>
                <a:ea typeface="Arial"/>
                <a:cs typeface="Arial"/>
              </a:defRPr>
            </a:lvl2pPr>
            <a:lvl3pPr>
              <a:buNone/>
              <a:defRPr sz="2175" b="1">
                <a:solidFill>
                  <a:srgbClr val="D4FF60"/>
                </a:solidFill>
                <a:latin typeface="Arial"/>
                <a:ea typeface="Arial"/>
                <a:cs typeface="Arial"/>
              </a:defRPr>
            </a:lvl3pPr>
            <a:lvl4pPr>
              <a:buNone/>
              <a:defRPr sz="2175" b="1">
                <a:solidFill>
                  <a:srgbClr val="D4FF60"/>
                </a:solidFill>
                <a:latin typeface="Arial"/>
                <a:ea typeface="Arial"/>
                <a:cs typeface="Arial"/>
              </a:defRPr>
            </a:lvl4pPr>
            <a:lvl5pPr>
              <a:buNone/>
              <a:defRPr sz="2175" b="1">
                <a:solidFill>
                  <a:srgbClr val="D4FF60"/>
                </a:solidFill>
                <a:latin typeface="Arial"/>
                <a:ea typeface="Arial"/>
                <a:cs typeface="Arial"/>
              </a:defRPr>
            </a:lvl5pPr>
            <a:lvl6pPr>
              <a:buNone/>
              <a:defRPr sz="2175" b="1">
                <a:solidFill>
                  <a:srgbClr val="D4FF60"/>
                </a:solidFill>
                <a:latin typeface="Arial"/>
                <a:ea typeface="Arial"/>
                <a:cs typeface="Arial"/>
              </a:defRPr>
            </a:lvl6pPr>
            <a:lvl7pPr>
              <a:buNone/>
              <a:defRPr sz="2175" b="1">
                <a:solidFill>
                  <a:srgbClr val="D4FF60"/>
                </a:solidFill>
                <a:latin typeface="Arial"/>
                <a:ea typeface="Arial"/>
                <a:cs typeface="Arial"/>
              </a:defRPr>
            </a:lvl7pPr>
            <a:lvl8pPr>
              <a:buNone/>
              <a:defRPr sz="2175" b="1">
                <a:solidFill>
                  <a:srgbClr val="D4FF60"/>
                </a:solidFill>
                <a:latin typeface="Arial"/>
                <a:ea typeface="Arial"/>
                <a:cs typeface="Arial"/>
              </a:defRPr>
            </a:lvl8pPr>
            <a:lvl9pPr>
              <a:buNone/>
              <a:defRPr sz="2175" b="1">
                <a:solidFill>
                  <a:srgbClr val="D4FF60"/>
                </a:solidFill>
                <a:latin typeface="Arial"/>
                <a:ea typeface="Arial"/>
                <a:cs typeface="Arial"/>
              </a:defRPr>
            </a:lvl9pPr>
          </a:lstStyle>
          <a:p xmlns:a="http://schemas.openxmlformats.org/drawingml/2006/main">
            <a:pPr>
              <a:buNone/>
              <a:defRPr sz="2175" b="1">
                <a:solidFill>
                  <a:srgbClr val="D4FF60"/>
                </a:solidFill>
                <a:latin typeface="Arial"/>
                <a:ea typeface="Arial"/>
                <a:cs typeface="Arial"/>
              </a:defRPr>
            </a:pPr>
            <a:r>
              <a:rPr sz="2175" b="1">
                <a:solidFill>
                  <a:srgbClr val="D4FF60"/>
                </a:solidFill>
                <a:latin typeface="Arial"/>
                <a:ea typeface="Arial"/>
                <a:cs typeface="Arial"/>
              </a:rPr>
              <a:t>SurrealDB Agent Memory</a:t>
            </a:r>
          </a:p>
        </p:txBody>
      </p:sp>
      <p:sp>
        <p:nvSpPr>
          <p:cNvPr id="5" name="">
            <a:extLst xmlns:a="http://schemas.openxmlformats.org/drawingml/2006/main">
              <a:ext uri="{FF2B5EF4-FFF2-40B4-BE49-F238E27FC236}">
                <a16:creationId xmlns:a16="http://schemas.microsoft.com/office/drawing/2014/main" id="{7A42DC40-2115-4215-86DD-BD3F91F50E35}"/>
              </a:ext>
            </a:extLst>
          </p:cNvPr>
          <p:cNvSpPr>
            <a:spLocks xmlns:a="http://schemas.openxmlformats.org/drawingml/2006/main" noGrp="1"/>
          </p:cNvSpPr>
          <p:nvPr/>
        </p:nvSpPr>
        <p:spPr>
          <a:xfrm xmlns:a="http://schemas.openxmlformats.org/drawingml/2006/main">
            <a:off x="4762500" y="2143125"/>
            <a:ext cx="666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950" b="0">
                <a:solidFill>
                  <a:srgbClr val="B8B3C9"/>
                </a:solidFill>
                <a:latin typeface="Arial"/>
                <a:ea typeface="Arial"/>
                <a:cs typeface="Arial"/>
              </a:defRPr>
            </a:lvl1pPr>
            <a:lvl2pPr>
              <a:buNone/>
              <a:defRPr sz="1950" b="0">
                <a:solidFill>
                  <a:srgbClr val="B8B3C9"/>
                </a:solidFill>
                <a:latin typeface="Arial"/>
                <a:ea typeface="Arial"/>
                <a:cs typeface="Arial"/>
              </a:defRPr>
            </a:lvl2pPr>
            <a:lvl3pPr>
              <a:buNone/>
              <a:defRPr sz="1950" b="0">
                <a:solidFill>
                  <a:srgbClr val="B8B3C9"/>
                </a:solidFill>
                <a:latin typeface="Arial"/>
                <a:ea typeface="Arial"/>
                <a:cs typeface="Arial"/>
              </a:defRPr>
            </a:lvl3pPr>
            <a:lvl4pPr>
              <a:buNone/>
              <a:defRPr sz="1950" b="0">
                <a:solidFill>
                  <a:srgbClr val="B8B3C9"/>
                </a:solidFill>
                <a:latin typeface="Arial"/>
                <a:ea typeface="Arial"/>
                <a:cs typeface="Arial"/>
              </a:defRPr>
            </a:lvl4pPr>
            <a:lvl5pPr>
              <a:buNone/>
              <a:defRPr sz="1950" b="0">
                <a:solidFill>
                  <a:srgbClr val="B8B3C9"/>
                </a:solidFill>
                <a:latin typeface="Arial"/>
                <a:ea typeface="Arial"/>
                <a:cs typeface="Arial"/>
              </a:defRPr>
            </a:lvl5pPr>
            <a:lvl6pPr>
              <a:buNone/>
              <a:defRPr sz="1950" b="0">
                <a:solidFill>
                  <a:srgbClr val="B8B3C9"/>
                </a:solidFill>
                <a:latin typeface="Arial"/>
                <a:ea typeface="Arial"/>
                <a:cs typeface="Arial"/>
              </a:defRPr>
            </a:lvl6pPr>
            <a:lvl7pPr>
              <a:buNone/>
              <a:defRPr sz="1950" b="0">
                <a:solidFill>
                  <a:srgbClr val="B8B3C9"/>
                </a:solidFill>
                <a:latin typeface="Arial"/>
                <a:ea typeface="Arial"/>
                <a:cs typeface="Arial"/>
              </a:defRPr>
            </a:lvl7pPr>
            <a:lvl8pPr>
              <a:buNone/>
              <a:defRPr sz="1950" b="0">
                <a:solidFill>
                  <a:srgbClr val="B8B3C9"/>
                </a:solidFill>
                <a:latin typeface="Arial"/>
                <a:ea typeface="Arial"/>
                <a:cs typeface="Arial"/>
              </a:defRPr>
            </a:lvl8pPr>
            <a:lvl9pPr>
              <a:buNone/>
              <a:defRPr sz="1950" b="0">
                <a:solidFill>
                  <a:srgbClr val="B8B3C9"/>
                </a:solidFill>
                <a:latin typeface="Arial"/>
                <a:ea typeface="Arial"/>
                <a:cs typeface="Arial"/>
              </a:defRPr>
            </a:lvl9pPr>
          </a:lstStyle>
          <a:p xmlns:a="http://schemas.openxmlformats.org/drawingml/2006/main">
            <a:pPr>
              <a:buNone/>
              <a:defRPr sz="1950" b="0">
                <a:solidFill>
                  <a:srgbClr val="B8B3C9"/>
                </a:solidFill>
                <a:latin typeface="Arial"/>
                <a:ea typeface="Arial"/>
                <a:cs typeface="Arial"/>
              </a:defRPr>
            </a:pPr>
            <a:r>
              <a:rPr sz="1950" b="0">
                <a:solidFill>
                  <a:srgbClr val="B8B3C9"/>
                </a:solidFill>
                <a:latin typeface="Arial"/>
                <a:ea typeface="Arial"/>
                <a:cs typeface="Arial"/>
              </a:rPr>
              <a:t>Saves each fight; recalls this exact pair’s history</a:t>
            </a:r>
          </a:p>
        </p:txBody>
      </p:sp>
      <p:sp>
        <p:nvSpPr>
          <p:cNvPr id="6" name="">
            <a:extLst xmlns:a="http://schemas.openxmlformats.org/drawingml/2006/main">
              <a:ext uri="{FF2B5EF4-FFF2-40B4-BE49-F238E27FC236}">
                <a16:creationId xmlns:a16="http://schemas.microsoft.com/office/drawing/2014/main" id="{26E04ABF-D284-4F06-ACF2-07E020496E41}"/>
              </a:ext>
            </a:extLst>
          </p:cNvPr>
          <p:cNvSpPr>
            <a:spLocks xmlns:a="http://schemas.openxmlformats.org/drawingml/2006/main" noGrp="1"/>
          </p:cNvSpPr>
          <p:nvPr/>
        </p:nvSpPr>
        <p:spPr>
          <a:xfrm xmlns:a="http://schemas.openxmlformats.org/drawingml/2006/main">
            <a:off x="609600" y="2847975"/>
            <a:ext cx="3857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2175" b="1">
                <a:solidFill>
                  <a:srgbClr val="F7F3E9"/>
                </a:solidFill>
                <a:latin typeface="Arial"/>
                <a:ea typeface="Arial"/>
                <a:cs typeface="Arial"/>
              </a:defRPr>
            </a:lvl1pPr>
            <a:lvl2pPr>
              <a:buNone/>
              <a:defRPr sz="2175" b="1">
                <a:solidFill>
                  <a:srgbClr val="F7F3E9"/>
                </a:solidFill>
                <a:latin typeface="Arial"/>
                <a:ea typeface="Arial"/>
                <a:cs typeface="Arial"/>
              </a:defRPr>
            </a:lvl2pPr>
            <a:lvl3pPr>
              <a:buNone/>
              <a:defRPr sz="2175" b="1">
                <a:solidFill>
                  <a:srgbClr val="F7F3E9"/>
                </a:solidFill>
                <a:latin typeface="Arial"/>
                <a:ea typeface="Arial"/>
                <a:cs typeface="Arial"/>
              </a:defRPr>
            </a:lvl3pPr>
            <a:lvl4pPr>
              <a:buNone/>
              <a:defRPr sz="2175" b="1">
                <a:solidFill>
                  <a:srgbClr val="F7F3E9"/>
                </a:solidFill>
                <a:latin typeface="Arial"/>
                <a:ea typeface="Arial"/>
                <a:cs typeface="Arial"/>
              </a:defRPr>
            </a:lvl4pPr>
            <a:lvl5pPr>
              <a:buNone/>
              <a:defRPr sz="2175" b="1">
                <a:solidFill>
                  <a:srgbClr val="F7F3E9"/>
                </a:solidFill>
                <a:latin typeface="Arial"/>
                <a:ea typeface="Arial"/>
                <a:cs typeface="Arial"/>
              </a:defRPr>
            </a:lvl5pPr>
            <a:lvl6pPr>
              <a:buNone/>
              <a:defRPr sz="2175" b="1">
                <a:solidFill>
                  <a:srgbClr val="F7F3E9"/>
                </a:solidFill>
                <a:latin typeface="Arial"/>
                <a:ea typeface="Arial"/>
                <a:cs typeface="Arial"/>
              </a:defRPr>
            </a:lvl6pPr>
            <a:lvl7pPr>
              <a:buNone/>
              <a:defRPr sz="2175" b="1">
                <a:solidFill>
                  <a:srgbClr val="F7F3E9"/>
                </a:solidFill>
                <a:latin typeface="Arial"/>
                <a:ea typeface="Arial"/>
                <a:cs typeface="Arial"/>
              </a:defRPr>
            </a:lvl7pPr>
            <a:lvl8pPr>
              <a:buNone/>
              <a:defRPr sz="2175" b="1">
                <a:solidFill>
                  <a:srgbClr val="F7F3E9"/>
                </a:solidFill>
                <a:latin typeface="Arial"/>
                <a:ea typeface="Arial"/>
                <a:cs typeface="Arial"/>
              </a:defRPr>
            </a:lvl8pPr>
            <a:lvl9pPr>
              <a:buNone/>
              <a:defRPr sz="2175" b="1">
                <a:solidFill>
                  <a:srgbClr val="F7F3E9"/>
                </a:solidFill>
                <a:latin typeface="Arial"/>
                <a:ea typeface="Arial"/>
                <a:cs typeface="Arial"/>
              </a:defRPr>
            </a:lvl9pPr>
          </a:lstStyle>
          <a:p xmlns:a="http://schemas.openxmlformats.org/drawingml/2006/main">
            <a:pPr>
              <a:buNone/>
              <a:defRPr sz="2175" b="1">
                <a:solidFill>
                  <a:srgbClr val="F7F3E9"/>
                </a:solidFill>
                <a:latin typeface="Arial"/>
                <a:ea typeface="Arial"/>
                <a:cs typeface="Arial"/>
              </a:defRPr>
            </a:pPr>
            <a:r>
              <a:rPr sz="2175" b="1">
                <a:solidFill>
                  <a:srgbClr val="F7F3E9"/>
                </a:solidFill>
                <a:latin typeface="Arial"/>
                <a:ea typeface="Arial"/>
                <a:cs typeface="Arial"/>
              </a:rPr>
              <a:t>AWS Bedrock</a:t>
            </a:r>
          </a:p>
        </p:txBody>
      </p:sp>
      <p:sp>
        <p:nvSpPr>
          <p:cNvPr id="7" name="">
            <a:extLst xmlns:a="http://schemas.openxmlformats.org/drawingml/2006/main">
              <a:ext uri="{FF2B5EF4-FFF2-40B4-BE49-F238E27FC236}">
                <a16:creationId xmlns:a16="http://schemas.microsoft.com/office/drawing/2014/main" id="{0DF308CF-4B14-4F10-9897-D998E5F979FE}"/>
              </a:ext>
            </a:extLst>
          </p:cNvPr>
          <p:cNvSpPr>
            <a:spLocks xmlns:a="http://schemas.openxmlformats.org/drawingml/2006/main" noGrp="1"/>
          </p:cNvSpPr>
          <p:nvPr/>
        </p:nvSpPr>
        <p:spPr>
          <a:xfrm xmlns:a="http://schemas.openxmlformats.org/drawingml/2006/main">
            <a:off x="4762500" y="2867025"/>
            <a:ext cx="666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950" b="0">
                <a:solidFill>
                  <a:srgbClr val="B8B3C9"/>
                </a:solidFill>
                <a:latin typeface="Arial"/>
                <a:ea typeface="Arial"/>
                <a:cs typeface="Arial"/>
              </a:defRPr>
            </a:lvl1pPr>
            <a:lvl2pPr>
              <a:buNone/>
              <a:defRPr sz="1950" b="0">
                <a:solidFill>
                  <a:srgbClr val="B8B3C9"/>
                </a:solidFill>
                <a:latin typeface="Arial"/>
                <a:ea typeface="Arial"/>
                <a:cs typeface="Arial"/>
              </a:defRPr>
            </a:lvl2pPr>
            <a:lvl3pPr>
              <a:buNone/>
              <a:defRPr sz="1950" b="0">
                <a:solidFill>
                  <a:srgbClr val="B8B3C9"/>
                </a:solidFill>
                <a:latin typeface="Arial"/>
                <a:ea typeface="Arial"/>
                <a:cs typeface="Arial"/>
              </a:defRPr>
            </a:lvl3pPr>
            <a:lvl4pPr>
              <a:buNone/>
              <a:defRPr sz="1950" b="0">
                <a:solidFill>
                  <a:srgbClr val="B8B3C9"/>
                </a:solidFill>
                <a:latin typeface="Arial"/>
                <a:ea typeface="Arial"/>
                <a:cs typeface="Arial"/>
              </a:defRPr>
            </a:lvl4pPr>
            <a:lvl5pPr>
              <a:buNone/>
              <a:defRPr sz="1950" b="0">
                <a:solidFill>
                  <a:srgbClr val="B8B3C9"/>
                </a:solidFill>
                <a:latin typeface="Arial"/>
                <a:ea typeface="Arial"/>
                <a:cs typeface="Arial"/>
              </a:defRPr>
            </a:lvl5pPr>
            <a:lvl6pPr>
              <a:buNone/>
              <a:defRPr sz="1950" b="0">
                <a:solidFill>
                  <a:srgbClr val="B8B3C9"/>
                </a:solidFill>
                <a:latin typeface="Arial"/>
                <a:ea typeface="Arial"/>
                <a:cs typeface="Arial"/>
              </a:defRPr>
            </a:lvl6pPr>
            <a:lvl7pPr>
              <a:buNone/>
              <a:defRPr sz="1950" b="0">
                <a:solidFill>
                  <a:srgbClr val="B8B3C9"/>
                </a:solidFill>
                <a:latin typeface="Arial"/>
                <a:ea typeface="Arial"/>
                <a:cs typeface="Arial"/>
              </a:defRPr>
            </a:lvl7pPr>
            <a:lvl8pPr>
              <a:buNone/>
              <a:defRPr sz="1950" b="0">
                <a:solidFill>
                  <a:srgbClr val="B8B3C9"/>
                </a:solidFill>
                <a:latin typeface="Arial"/>
                <a:ea typeface="Arial"/>
                <a:cs typeface="Arial"/>
              </a:defRPr>
            </a:lvl8pPr>
            <a:lvl9pPr>
              <a:buNone/>
              <a:defRPr sz="1950" b="0">
                <a:solidFill>
                  <a:srgbClr val="B8B3C9"/>
                </a:solidFill>
                <a:latin typeface="Arial"/>
                <a:ea typeface="Arial"/>
                <a:cs typeface="Arial"/>
              </a:defRPr>
            </a:lvl9pPr>
          </a:lstStyle>
          <a:p xmlns:a="http://schemas.openxmlformats.org/drawingml/2006/main">
            <a:pPr>
              <a:buNone/>
              <a:defRPr sz="1950" b="0">
                <a:solidFill>
                  <a:srgbClr val="B8B3C9"/>
                </a:solidFill>
                <a:latin typeface="Arial"/>
                <a:ea typeface="Arial"/>
                <a:cs typeface="Arial"/>
              </a:defRPr>
            </a:pPr>
            <a:r>
              <a:rPr sz="1950" b="0">
                <a:solidFill>
                  <a:srgbClr val="B8B3C9"/>
                </a:solidFill>
                <a:latin typeface="Arial"/>
                <a:ea typeface="Arial"/>
                <a:cs typeface="Arial"/>
              </a:rPr>
              <a:t>Claude picks 1 of 5 legal moves and a taunt</a:t>
            </a:r>
          </a:p>
        </p:txBody>
      </p:sp>
      <p:sp>
        <p:nvSpPr>
          <p:cNvPr id="8" name="">
            <a:extLst xmlns:a="http://schemas.openxmlformats.org/drawingml/2006/main">
              <a:ext uri="{FF2B5EF4-FFF2-40B4-BE49-F238E27FC236}">
                <a16:creationId xmlns:a16="http://schemas.microsoft.com/office/drawing/2014/main" id="{D9286132-ADCB-471C-B16F-2BF53CBA991C}"/>
              </a:ext>
            </a:extLst>
          </p:cNvPr>
          <p:cNvSpPr>
            <a:spLocks xmlns:a="http://schemas.openxmlformats.org/drawingml/2006/main" noGrp="1"/>
          </p:cNvSpPr>
          <p:nvPr/>
        </p:nvSpPr>
        <p:spPr>
          <a:xfrm xmlns:a="http://schemas.openxmlformats.org/drawingml/2006/main">
            <a:off x="609600" y="3571875"/>
            <a:ext cx="3857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2175" b="1">
                <a:solidFill>
                  <a:srgbClr val="F7F3E9"/>
                </a:solidFill>
                <a:latin typeface="Arial"/>
                <a:ea typeface="Arial"/>
                <a:cs typeface="Arial"/>
              </a:defRPr>
            </a:lvl1pPr>
            <a:lvl2pPr>
              <a:buNone/>
              <a:defRPr sz="2175" b="1">
                <a:solidFill>
                  <a:srgbClr val="F7F3E9"/>
                </a:solidFill>
                <a:latin typeface="Arial"/>
                <a:ea typeface="Arial"/>
                <a:cs typeface="Arial"/>
              </a:defRPr>
            </a:lvl2pPr>
            <a:lvl3pPr>
              <a:buNone/>
              <a:defRPr sz="2175" b="1">
                <a:solidFill>
                  <a:srgbClr val="F7F3E9"/>
                </a:solidFill>
                <a:latin typeface="Arial"/>
                <a:ea typeface="Arial"/>
                <a:cs typeface="Arial"/>
              </a:defRPr>
            </a:lvl3pPr>
            <a:lvl4pPr>
              <a:buNone/>
              <a:defRPr sz="2175" b="1">
                <a:solidFill>
                  <a:srgbClr val="F7F3E9"/>
                </a:solidFill>
                <a:latin typeface="Arial"/>
                <a:ea typeface="Arial"/>
                <a:cs typeface="Arial"/>
              </a:defRPr>
            </a:lvl4pPr>
            <a:lvl5pPr>
              <a:buNone/>
              <a:defRPr sz="2175" b="1">
                <a:solidFill>
                  <a:srgbClr val="F7F3E9"/>
                </a:solidFill>
                <a:latin typeface="Arial"/>
                <a:ea typeface="Arial"/>
                <a:cs typeface="Arial"/>
              </a:defRPr>
            </a:lvl5pPr>
            <a:lvl6pPr>
              <a:buNone/>
              <a:defRPr sz="2175" b="1">
                <a:solidFill>
                  <a:srgbClr val="F7F3E9"/>
                </a:solidFill>
                <a:latin typeface="Arial"/>
                <a:ea typeface="Arial"/>
                <a:cs typeface="Arial"/>
              </a:defRPr>
            </a:lvl6pPr>
            <a:lvl7pPr>
              <a:buNone/>
              <a:defRPr sz="2175" b="1">
                <a:solidFill>
                  <a:srgbClr val="F7F3E9"/>
                </a:solidFill>
                <a:latin typeface="Arial"/>
                <a:ea typeface="Arial"/>
                <a:cs typeface="Arial"/>
              </a:defRPr>
            </a:lvl7pPr>
            <a:lvl8pPr>
              <a:buNone/>
              <a:defRPr sz="2175" b="1">
                <a:solidFill>
                  <a:srgbClr val="F7F3E9"/>
                </a:solidFill>
                <a:latin typeface="Arial"/>
                <a:ea typeface="Arial"/>
                <a:cs typeface="Arial"/>
              </a:defRPr>
            </a:lvl8pPr>
            <a:lvl9pPr>
              <a:buNone/>
              <a:defRPr sz="2175" b="1">
                <a:solidFill>
                  <a:srgbClr val="F7F3E9"/>
                </a:solidFill>
                <a:latin typeface="Arial"/>
                <a:ea typeface="Arial"/>
                <a:cs typeface="Arial"/>
              </a:defRPr>
            </a:lvl9pPr>
          </a:lstStyle>
          <a:p xmlns:a="http://schemas.openxmlformats.org/drawingml/2006/main">
            <a:pPr>
              <a:buNone/>
              <a:defRPr sz="2175" b="1">
                <a:solidFill>
                  <a:srgbClr val="F7F3E9"/>
                </a:solidFill>
                <a:latin typeface="Arial"/>
                <a:ea typeface="Arial"/>
                <a:cs typeface="Arial"/>
              </a:defRPr>
            </a:pPr>
            <a:r>
              <a:rPr sz="2175" b="1">
                <a:solidFill>
                  <a:srgbClr val="F7F3E9"/>
                </a:solidFill>
                <a:latin typeface="Arial"/>
                <a:ea typeface="Arial"/>
                <a:cs typeface="Arial"/>
              </a:rPr>
              <a:t>Daytona</a:t>
            </a:r>
          </a:p>
        </p:txBody>
      </p:sp>
      <p:sp>
        <p:nvSpPr>
          <p:cNvPr id="9" name="">
            <a:extLst xmlns:a="http://schemas.openxmlformats.org/drawingml/2006/main">
              <a:ext uri="{FF2B5EF4-FFF2-40B4-BE49-F238E27FC236}">
                <a16:creationId xmlns:a16="http://schemas.microsoft.com/office/drawing/2014/main" id="{B245B091-C11C-4937-BBB6-DE9032286AE8}"/>
              </a:ext>
            </a:extLst>
          </p:cNvPr>
          <p:cNvSpPr>
            <a:spLocks xmlns:a="http://schemas.openxmlformats.org/drawingml/2006/main" noGrp="1"/>
          </p:cNvSpPr>
          <p:nvPr/>
        </p:nvSpPr>
        <p:spPr>
          <a:xfrm xmlns:a="http://schemas.openxmlformats.org/drawingml/2006/main">
            <a:off x="4762500" y="3590925"/>
            <a:ext cx="666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950" b="0">
                <a:solidFill>
                  <a:srgbClr val="B8B3C9"/>
                </a:solidFill>
                <a:latin typeface="Arial"/>
                <a:ea typeface="Arial"/>
                <a:cs typeface="Arial"/>
              </a:defRPr>
            </a:lvl1pPr>
            <a:lvl2pPr>
              <a:buNone/>
              <a:defRPr sz="1950" b="0">
                <a:solidFill>
                  <a:srgbClr val="B8B3C9"/>
                </a:solidFill>
                <a:latin typeface="Arial"/>
                <a:ea typeface="Arial"/>
                <a:cs typeface="Arial"/>
              </a:defRPr>
            </a:lvl2pPr>
            <a:lvl3pPr>
              <a:buNone/>
              <a:defRPr sz="1950" b="0">
                <a:solidFill>
                  <a:srgbClr val="B8B3C9"/>
                </a:solidFill>
                <a:latin typeface="Arial"/>
                <a:ea typeface="Arial"/>
                <a:cs typeface="Arial"/>
              </a:defRPr>
            </a:lvl3pPr>
            <a:lvl4pPr>
              <a:buNone/>
              <a:defRPr sz="1950" b="0">
                <a:solidFill>
                  <a:srgbClr val="B8B3C9"/>
                </a:solidFill>
                <a:latin typeface="Arial"/>
                <a:ea typeface="Arial"/>
                <a:cs typeface="Arial"/>
              </a:defRPr>
            </a:lvl4pPr>
            <a:lvl5pPr>
              <a:buNone/>
              <a:defRPr sz="1950" b="0">
                <a:solidFill>
                  <a:srgbClr val="B8B3C9"/>
                </a:solidFill>
                <a:latin typeface="Arial"/>
                <a:ea typeface="Arial"/>
                <a:cs typeface="Arial"/>
              </a:defRPr>
            </a:lvl5pPr>
            <a:lvl6pPr>
              <a:buNone/>
              <a:defRPr sz="1950" b="0">
                <a:solidFill>
                  <a:srgbClr val="B8B3C9"/>
                </a:solidFill>
                <a:latin typeface="Arial"/>
                <a:ea typeface="Arial"/>
                <a:cs typeface="Arial"/>
              </a:defRPr>
            </a:lvl6pPr>
            <a:lvl7pPr>
              <a:buNone/>
              <a:defRPr sz="1950" b="0">
                <a:solidFill>
                  <a:srgbClr val="B8B3C9"/>
                </a:solidFill>
                <a:latin typeface="Arial"/>
                <a:ea typeface="Arial"/>
                <a:cs typeface="Arial"/>
              </a:defRPr>
            </a:lvl7pPr>
            <a:lvl8pPr>
              <a:buNone/>
              <a:defRPr sz="1950" b="0">
                <a:solidFill>
                  <a:srgbClr val="B8B3C9"/>
                </a:solidFill>
                <a:latin typeface="Arial"/>
                <a:ea typeface="Arial"/>
                <a:cs typeface="Arial"/>
              </a:defRPr>
            </a:lvl8pPr>
            <a:lvl9pPr>
              <a:buNone/>
              <a:defRPr sz="1950" b="0">
                <a:solidFill>
                  <a:srgbClr val="B8B3C9"/>
                </a:solidFill>
                <a:latin typeface="Arial"/>
                <a:ea typeface="Arial"/>
                <a:cs typeface="Arial"/>
              </a:defRPr>
            </a:lvl9pPr>
          </a:lstStyle>
          <a:p xmlns:a="http://schemas.openxmlformats.org/drawingml/2006/main">
            <a:pPr>
              <a:buNone/>
              <a:defRPr sz="1950" b="0">
                <a:solidFill>
                  <a:srgbClr val="B8B3C9"/>
                </a:solidFill>
                <a:latin typeface="Arial"/>
                <a:ea typeface="Arial"/>
                <a:cs typeface="Arial"/>
              </a:defRPr>
            </a:pPr>
            <a:r>
              <a:rPr sz="1950" b="0">
                <a:solidFill>
                  <a:srgbClr val="B8B3C9"/>
                </a:solidFill>
                <a:latin typeface="Arial"/>
                <a:ea typeface="Arial"/>
                <a:cs typeface="Arial"/>
              </a:rPr>
              <a:t>Hosts the backend at a public preview URL</a:t>
            </a:r>
          </a:p>
        </p:txBody>
      </p:sp>
      <p:sp>
        <p:nvSpPr>
          <p:cNvPr id="10" name="">
            <a:extLst xmlns:a="http://schemas.openxmlformats.org/drawingml/2006/main">
              <a:ext uri="{FF2B5EF4-FFF2-40B4-BE49-F238E27FC236}">
                <a16:creationId xmlns:a16="http://schemas.microsoft.com/office/drawing/2014/main" id="{B2253E5B-3238-47FE-BDB0-CCC6EC01C1C5}"/>
              </a:ext>
            </a:extLst>
          </p:cNvPr>
          <p:cNvSpPr>
            <a:spLocks xmlns:a="http://schemas.openxmlformats.org/drawingml/2006/main" noGrp="1"/>
          </p:cNvSpPr>
          <p:nvPr/>
        </p:nvSpPr>
        <p:spPr>
          <a:xfrm xmlns:a="http://schemas.openxmlformats.org/drawingml/2006/main">
            <a:off x="609600" y="4295775"/>
            <a:ext cx="3857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2175" b="1">
                <a:solidFill>
                  <a:srgbClr val="F7F3E9"/>
                </a:solidFill>
                <a:latin typeface="Arial"/>
                <a:ea typeface="Arial"/>
                <a:cs typeface="Arial"/>
              </a:defRPr>
            </a:lvl1pPr>
            <a:lvl2pPr>
              <a:buNone/>
              <a:defRPr sz="2175" b="1">
                <a:solidFill>
                  <a:srgbClr val="F7F3E9"/>
                </a:solidFill>
                <a:latin typeface="Arial"/>
                <a:ea typeface="Arial"/>
                <a:cs typeface="Arial"/>
              </a:defRPr>
            </a:lvl2pPr>
            <a:lvl3pPr>
              <a:buNone/>
              <a:defRPr sz="2175" b="1">
                <a:solidFill>
                  <a:srgbClr val="F7F3E9"/>
                </a:solidFill>
                <a:latin typeface="Arial"/>
                <a:ea typeface="Arial"/>
                <a:cs typeface="Arial"/>
              </a:defRPr>
            </a:lvl3pPr>
            <a:lvl4pPr>
              <a:buNone/>
              <a:defRPr sz="2175" b="1">
                <a:solidFill>
                  <a:srgbClr val="F7F3E9"/>
                </a:solidFill>
                <a:latin typeface="Arial"/>
                <a:ea typeface="Arial"/>
                <a:cs typeface="Arial"/>
              </a:defRPr>
            </a:lvl4pPr>
            <a:lvl5pPr>
              <a:buNone/>
              <a:defRPr sz="2175" b="1">
                <a:solidFill>
                  <a:srgbClr val="F7F3E9"/>
                </a:solidFill>
                <a:latin typeface="Arial"/>
                <a:ea typeface="Arial"/>
                <a:cs typeface="Arial"/>
              </a:defRPr>
            </a:lvl5pPr>
            <a:lvl6pPr>
              <a:buNone/>
              <a:defRPr sz="2175" b="1">
                <a:solidFill>
                  <a:srgbClr val="F7F3E9"/>
                </a:solidFill>
                <a:latin typeface="Arial"/>
                <a:ea typeface="Arial"/>
                <a:cs typeface="Arial"/>
              </a:defRPr>
            </a:lvl6pPr>
            <a:lvl7pPr>
              <a:buNone/>
              <a:defRPr sz="2175" b="1">
                <a:solidFill>
                  <a:srgbClr val="F7F3E9"/>
                </a:solidFill>
                <a:latin typeface="Arial"/>
                <a:ea typeface="Arial"/>
                <a:cs typeface="Arial"/>
              </a:defRPr>
            </a:lvl7pPr>
            <a:lvl8pPr>
              <a:buNone/>
              <a:defRPr sz="2175" b="1">
                <a:solidFill>
                  <a:srgbClr val="F7F3E9"/>
                </a:solidFill>
                <a:latin typeface="Arial"/>
                <a:ea typeface="Arial"/>
                <a:cs typeface="Arial"/>
              </a:defRPr>
            </a:lvl8pPr>
            <a:lvl9pPr>
              <a:buNone/>
              <a:defRPr sz="2175" b="1">
                <a:solidFill>
                  <a:srgbClr val="F7F3E9"/>
                </a:solidFill>
                <a:latin typeface="Arial"/>
                <a:ea typeface="Arial"/>
                <a:cs typeface="Arial"/>
              </a:defRPr>
            </a:lvl9pPr>
          </a:lstStyle>
          <a:p xmlns:a="http://schemas.openxmlformats.org/drawingml/2006/main">
            <a:pPr>
              <a:buNone/>
              <a:defRPr sz="2175" b="1">
                <a:solidFill>
                  <a:srgbClr val="F7F3E9"/>
                </a:solidFill>
                <a:latin typeface="Arial"/>
                <a:ea typeface="Arial"/>
                <a:cs typeface="Arial"/>
              </a:defRPr>
            </a:pPr>
            <a:r>
              <a:rPr sz="2175" b="1">
                <a:solidFill>
                  <a:srgbClr val="F7F3E9"/>
                </a:solidFill>
                <a:latin typeface="Arial"/>
                <a:ea typeface="Arial"/>
                <a:cs typeface="Arial"/>
              </a:rPr>
              <a:t>Arize AX</a:t>
            </a:r>
          </a:p>
        </p:txBody>
      </p:sp>
      <p:sp>
        <p:nvSpPr>
          <p:cNvPr id="11" name="">
            <a:extLst xmlns:a="http://schemas.openxmlformats.org/drawingml/2006/main">
              <a:ext uri="{FF2B5EF4-FFF2-40B4-BE49-F238E27FC236}">
                <a16:creationId xmlns:a16="http://schemas.microsoft.com/office/drawing/2014/main" id="{3FE72014-2204-4D30-A8BB-FB6E027373CE}"/>
              </a:ext>
            </a:extLst>
          </p:cNvPr>
          <p:cNvSpPr>
            <a:spLocks xmlns:a="http://schemas.openxmlformats.org/drawingml/2006/main" noGrp="1"/>
          </p:cNvSpPr>
          <p:nvPr/>
        </p:nvSpPr>
        <p:spPr>
          <a:xfrm xmlns:a="http://schemas.openxmlformats.org/drawingml/2006/main">
            <a:off x="4762500" y="4314825"/>
            <a:ext cx="666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950" b="0">
                <a:solidFill>
                  <a:srgbClr val="B8B3C9"/>
                </a:solidFill>
                <a:latin typeface="Arial"/>
                <a:ea typeface="Arial"/>
                <a:cs typeface="Arial"/>
              </a:defRPr>
            </a:lvl1pPr>
            <a:lvl2pPr>
              <a:buNone/>
              <a:defRPr sz="1950" b="0">
                <a:solidFill>
                  <a:srgbClr val="B8B3C9"/>
                </a:solidFill>
                <a:latin typeface="Arial"/>
                <a:ea typeface="Arial"/>
                <a:cs typeface="Arial"/>
              </a:defRPr>
            </a:lvl2pPr>
            <a:lvl3pPr>
              <a:buNone/>
              <a:defRPr sz="1950" b="0">
                <a:solidFill>
                  <a:srgbClr val="B8B3C9"/>
                </a:solidFill>
                <a:latin typeface="Arial"/>
                <a:ea typeface="Arial"/>
                <a:cs typeface="Arial"/>
              </a:defRPr>
            </a:lvl3pPr>
            <a:lvl4pPr>
              <a:buNone/>
              <a:defRPr sz="1950" b="0">
                <a:solidFill>
                  <a:srgbClr val="B8B3C9"/>
                </a:solidFill>
                <a:latin typeface="Arial"/>
                <a:ea typeface="Arial"/>
                <a:cs typeface="Arial"/>
              </a:defRPr>
            </a:lvl4pPr>
            <a:lvl5pPr>
              <a:buNone/>
              <a:defRPr sz="1950" b="0">
                <a:solidFill>
                  <a:srgbClr val="B8B3C9"/>
                </a:solidFill>
                <a:latin typeface="Arial"/>
                <a:ea typeface="Arial"/>
                <a:cs typeface="Arial"/>
              </a:defRPr>
            </a:lvl5pPr>
            <a:lvl6pPr>
              <a:buNone/>
              <a:defRPr sz="1950" b="0">
                <a:solidFill>
                  <a:srgbClr val="B8B3C9"/>
                </a:solidFill>
                <a:latin typeface="Arial"/>
                <a:ea typeface="Arial"/>
                <a:cs typeface="Arial"/>
              </a:defRPr>
            </a:lvl6pPr>
            <a:lvl7pPr>
              <a:buNone/>
              <a:defRPr sz="1950" b="0">
                <a:solidFill>
                  <a:srgbClr val="B8B3C9"/>
                </a:solidFill>
                <a:latin typeface="Arial"/>
                <a:ea typeface="Arial"/>
                <a:cs typeface="Arial"/>
              </a:defRPr>
            </a:lvl7pPr>
            <a:lvl8pPr>
              <a:buNone/>
              <a:defRPr sz="1950" b="0">
                <a:solidFill>
                  <a:srgbClr val="B8B3C9"/>
                </a:solidFill>
                <a:latin typeface="Arial"/>
                <a:ea typeface="Arial"/>
                <a:cs typeface="Arial"/>
              </a:defRPr>
            </a:lvl8pPr>
            <a:lvl9pPr>
              <a:buNone/>
              <a:defRPr sz="1950" b="0">
                <a:solidFill>
                  <a:srgbClr val="B8B3C9"/>
                </a:solidFill>
                <a:latin typeface="Arial"/>
                <a:ea typeface="Arial"/>
                <a:cs typeface="Arial"/>
              </a:defRPr>
            </a:lvl9pPr>
          </a:lstStyle>
          <a:p xmlns:a="http://schemas.openxmlformats.org/drawingml/2006/main">
            <a:pPr>
              <a:buNone/>
              <a:defRPr sz="1950" b="0">
                <a:solidFill>
                  <a:srgbClr val="B8B3C9"/>
                </a:solidFill>
                <a:latin typeface="Arial"/>
                <a:ea typeface="Arial"/>
                <a:cs typeface="Arial"/>
              </a:defRPr>
            </a:pPr>
            <a:r>
              <a:rPr sz="1950" b="0">
                <a:solidFill>
                  <a:srgbClr val="B8B3C9"/>
                </a:solidFill>
                <a:latin typeface="Arial"/>
                <a:ea typeface="Arial"/>
                <a:cs typeface="Arial"/>
              </a:rPr>
              <a:t>One agent span per turn; each match a session</a:t>
            </a:r>
          </a:p>
        </p:txBody>
      </p:sp>
      <p:sp>
        <p:nvSpPr>
          <p:cNvPr id="12" name="">
            <a:extLst xmlns:a="http://schemas.openxmlformats.org/drawingml/2006/main">
              <a:ext uri="{FF2B5EF4-FFF2-40B4-BE49-F238E27FC236}">
                <a16:creationId xmlns:a16="http://schemas.microsoft.com/office/drawing/2014/main" id="{1993415A-6185-4C80-92EA-F88A2F7CB4C0}"/>
              </a:ext>
            </a:extLst>
          </p:cNvPr>
          <p:cNvSpPr>
            <a:spLocks xmlns:a="http://schemas.openxmlformats.org/drawingml/2006/main" noGrp="1"/>
          </p:cNvSpPr>
          <p:nvPr/>
        </p:nvSpPr>
        <p:spPr>
          <a:xfrm xmlns:a="http://schemas.openxmlformats.org/drawingml/2006/main">
            <a:off x="609600" y="5019675"/>
            <a:ext cx="3857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2175" b="1">
                <a:solidFill>
                  <a:srgbClr val="F7F3E9"/>
                </a:solidFill>
                <a:latin typeface="Arial"/>
                <a:ea typeface="Arial"/>
                <a:cs typeface="Arial"/>
              </a:defRPr>
            </a:lvl1pPr>
            <a:lvl2pPr>
              <a:buNone/>
              <a:defRPr sz="2175" b="1">
                <a:solidFill>
                  <a:srgbClr val="F7F3E9"/>
                </a:solidFill>
                <a:latin typeface="Arial"/>
                <a:ea typeface="Arial"/>
                <a:cs typeface="Arial"/>
              </a:defRPr>
            </a:lvl2pPr>
            <a:lvl3pPr>
              <a:buNone/>
              <a:defRPr sz="2175" b="1">
                <a:solidFill>
                  <a:srgbClr val="F7F3E9"/>
                </a:solidFill>
                <a:latin typeface="Arial"/>
                <a:ea typeface="Arial"/>
                <a:cs typeface="Arial"/>
              </a:defRPr>
            </a:lvl3pPr>
            <a:lvl4pPr>
              <a:buNone/>
              <a:defRPr sz="2175" b="1">
                <a:solidFill>
                  <a:srgbClr val="F7F3E9"/>
                </a:solidFill>
                <a:latin typeface="Arial"/>
                <a:ea typeface="Arial"/>
                <a:cs typeface="Arial"/>
              </a:defRPr>
            </a:lvl4pPr>
            <a:lvl5pPr>
              <a:buNone/>
              <a:defRPr sz="2175" b="1">
                <a:solidFill>
                  <a:srgbClr val="F7F3E9"/>
                </a:solidFill>
                <a:latin typeface="Arial"/>
                <a:ea typeface="Arial"/>
                <a:cs typeface="Arial"/>
              </a:defRPr>
            </a:lvl5pPr>
            <a:lvl6pPr>
              <a:buNone/>
              <a:defRPr sz="2175" b="1">
                <a:solidFill>
                  <a:srgbClr val="F7F3E9"/>
                </a:solidFill>
                <a:latin typeface="Arial"/>
                <a:ea typeface="Arial"/>
                <a:cs typeface="Arial"/>
              </a:defRPr>
            </a:lvl6pPr>
            <a:lvl7pPr>
              <a:buNone/>
              <a:defRPr sz="2175" b="1">
                <a:solidFill>
                  <a:srgbClr val="F7F3E9"/>
                </a:solidFill>
                <a:latin typeface="Arial"/>
                <a:ea typeface="Arial"/>
                <a:cs typeface="Arial"/>
              </a:defRPr>
            </a:lvl7pPr>
            <a:lvl8pPr>
              <a:buNone/>
              <a:defRPr sz="2175" b="1">
                <a:solidFill>
                  <a:srgbClr val="F7F3E9"/>
                </a:solidFill>
                <a:latin typeface="Arial"/>
                <a:ea typeface="Arial"/>
                <a:cs typeface="Arial"/>
              </a:defRPr>
            </a:lvl8pPr>
            <a:lvl9pPr>
              <a:buNone/>
              <a:defRPr sz="2175" b="1">
                <a:solidFill>
                  <a:srgbClr val="F7F3E9"/>
                </a:solidFill>
                <a:latin typeface="Arial"/>
                <a:ea typeface="Arial"/>
                <a:cs typeface="Arial"/>
              </a:defRPr>
            </a:lvl9pPr>
          </a:lstStyle>
          <a:p xmlns:a="http://schemas.openxmlformats.org/drawingml/2006/main">
            <a:pPr>
              <a:buNone/>
              <a:defRPr sz="2175" b="1">
                <a:solidFill>
                  <a:srgbClr val="F7F3E9"/>
                </a:solidFill>
                <a:latin typeface="Arial"/>
                <a:ea typeface="Arial"/>
                <a:cs typeface="Arial"/>
              </a:defRPr>
            </a:pPr>
            <a:r>
              <a:rPr sz="2175" b="1">
                <a:solidFill>
                  <a:srgbClr val="F7F3E9"/>
                </a:solidFill>
                <a:latin typeface="Arial"/>
                <a:ea typeface="Arial"/>
                <a:cs typeface="Arial"/>
              </a:rPr>
              <a:t>ElevenLabs</a:t>
            </a:r>
          </a:p>
        </p:txBody>
      </p:sp>
      <p:sp>
        <p:nvSpPr>
          <p:cNvPr id="13" name="">
            <a:extLst xmlns:a="http://schemas.openxmlformats.org/drawingml/2006/main">
              <a:ext uri="{FF2B5EF4-FFF2-40B4-BE49-F238E27FC236}">
                <a16:creationId xmlns:a16="http://schemas.microsoft.com/office/drawing/2014/main" id="{ED7CF699-6417-4863-A29A-53DE1FFC9FBA}"/>
              </a:ext>
            </a:extLst>
          </p:cNvPr>
          <p:cNvSpPr>
            <a:spLocks xmlns:a="http://schemas.openxmlformats.org/drawingml/2006/main" noGrp="1"/>
          </p:cNvSpPr>
          <p:nvPr/>
        </p:nvSpPr>
        <p:spPr>
          <a:xfrm xmlns:a="http://schemas.openxmlformats.org/drawingml/2006/main">
            <a:off x="4762500" y="5038725"/>
            <a:ext cx="666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950" b="0">
                <a:solidFill>
                  <a:srgbClr val="B8B3C9"/>
                </a:solidFill>
                <a:latin typeface="Arial"/>
                <a:ea typeface="Arial"/>
                <a:cs typeface="Arial"/>
              </a:defRPr>
            </a:lvl1pPr>
            <a:lvl2pPr>
              <a:buNone/>
              <a:defRPr sz="1950" b="0">
                <a:solidFill>
                  <a:srgbClr val="B8B3C9"/>
                </a:solidFill>
                <a:latin typeface="Arial"/>
                <a:ea typeface="Arial"/>
                <a:cs typeface="Arial"/>
              </a:defRPr>
            </a:lvl2pPr>
            <a:lvl3pPr>
              <a:buNone/>
              <a:defRPr sz="1950" b="0">
                <a:solidFill>
                  <a:srgbClr val="B8B3C9"/>
                </a:solidFill>
                <a:latin typeface="Arial"/>
                <a:ea typeface="Arial"/>
                <a:cs typeface="Arial"/>
              </a:defRPr>
            </a:lvl3pPr>
            <a:lvl4pPr>
              <a:buNone/>
              <a:defRPr sz="1950" b="0">
                <a:solidFill>
                  <a:srgbClr val="B8B3C9"/>
                </a:solidFill>
                <a:latin typeface="Arial"/>
                <a:ea typeface="Arial"/>
                <a:cs typeface="Arial"/>
              </a:defRPr>
            </a:lvl4pPr>
            <a:lvl5pPr>
              <a:buNone/>
              <a:defRPr sz="1950" b="0">
                <a:solidFill>
                  <a:srgbClr val="B8B3C9"/>
                </a:solidFill>
                <a:latin typeface="Arial"/>
                <a:ea typeface="Arial"/>
                <a:cs typeface="Arial"/>
              </a:defRPr>
            </a:lvl5pPr>
            <a:lvl6pPr>
              <a:buNone/>
              <a:defRPr sz="1950" b="0">
                <a:solidFill>
                  <a:srgbClr val="B8B3C9"/>
                </a:solidFill>
                <a:latin typeface="Arial"/>
                <a:ea typeface="Arial"/>
                <a:cs typeface="Arial"/>
              </a:defRPr>
            </a:lvl6pPr>
            <a:lvl7pPr>
              <a:buNone/>
              <a:defRPr sz="1950" b="0">
                <a:solidFill>
                  <a:srgbClr val="B8B3C9"/>
                </a:solidFill>
                <a:latin typeface="Arial"/>
                <a:ea typeface="Arial"/>
                <a:cs typeface="Arial"/>
              </a:defRPr>
            </a:lvl7pPr>
            <a:lvl8pPr>
              <a:buNone/>
              <a:defRPr sz="1950" b="0">
                <a:solidFill>
                  <a:srgbClr val="B8B3C9"/>
                </a:solidFill>
                <a:latin typeface="Arial"/>
                <a:ea typeface="Arial"/>
                <a:cs typeface="Arial"/>
              </a:defRPr>
            </a:lvl8pPr>
            <a:lvl9pPr>
              <a:buNone/>
              <a:defRPr sz="1950" b="0">
                <a:solidFill>
                  <a:srgbClr val="B8B3C9"/>
                </a:solidFill>
                <a:latin typeface="Arial"/>
                <a:ea typeface="Arial"/>
                <a:cs typeface="Arial"/>
              </a:defRPr>
            </a:lvl9pPr>
          </a:lstStyle>
          <a:p xmlns:a="http://schemas.openxmlformats.org/drawingml/2006/main">
            <a:pPr>
              <a:buNone/>
              <a:defRPr sz="1950" b="0">
                <a:solidFill>
                  <a:srgbClr val="B8B3C9"/>
                </a:solidFill>
                <a:latin typeface="Arial"/>
                <a:ea typeface="Arial"/>
                <a:cs typeface="Arial"/>
              </a:defRPr>
            </a:pPr>
            <a:r>
              <a:rPr sz="1950" b="0">
                <a:solidFill>
                  <a:srgbClr val="B8B3C9"/>
                </a:solidFill>
                <a:latin typeface="Arial"/>
                <a:ea typeface="Arial"/>
                <a:cs typeface="Arial"/>
              </a:rPr>
              <a:t>7 custom voices via Voice Design + announcer</a:t>
            </a:r>
          </a:p>
        </p:txBody>
      </p:sp>
    </p:spTree>
    <p:extLst>
      <p:ext uri="{BB962C8B-B14F-4D97-AF65-F5344CB8AC3E}">
        <p14:creationId xmlns:p14="http://schemas.microsoft.com/office/powerpoint/2010/main" val="1616494065"/>
      </p:ext>
    </p:extLst>
  </p:cSld>
</p:sld>
</file>

<file path=ppt/slides/slide4.xml><?xml version="1.0" encoding="utf-8"?>
<p:sld xmlns:p="http://schemas.openxmlformats.org/presentationml/2006/main">
  <p:cSld>
    <p:bg>
      <p:bgPr>
        <a:solidFill xmlns:a="http://schemas.openxmlformats.org/drawingml/2006/main">
          <a:srgbClr val="101018"/>
        </a:solidFill>
      </p:bgPr>
    </p:bg>
    <p:spTree>
      <p:nvGrpSpPr>
        <p:cNvPr id="1" name=""/>
        <p:cNvGrpSpPr/>
        <p:nvPr/>
      </p:nvGrpSpPr>
      <p:grpSpPr>
        <a:xfrm xmlns:a="http://schemas.openxmlformats.org/drawingml/2006/main"/>
      </p:grpSpPr>
      <p:cxnSp>
        <p:nvCxnSpPr>
          <p:cNvPr id="33" name=""/>
          <p:cNvCxnSpPr>
            <a:stCxn xmlns:a="http://schemas.openxmlformats.org/drawingml/2006/main" id="4" idx="2"/>
            <a:endCxn xmlns:a="http://schemas.openxmlformats.org/drawingml/2006/main" id="19" idx="0"/>
          </p:cNvCxnSpPr>
          <p:nvPr/>
        </p:nvCxnSpPr>
        <p:spPr>
          <a:xfrm xmlns:a="http://schemas.openxmlformats.org/drawingml/2006/main">
            <a:off x="1857375" y="3905250"/>
            <a:ext cx="0" cy="1190625"/>
          </a:xfrm>
          <a:prstGeom xmlns:a="http://schemas.openxmlformats.org/drawingml/2006/main" prst="straightConnector1">
            <a:avLst/>
          </a:prstGeom>
          <a:ln xmlns:a="http://schemas.openxmlformats.org/drawingml/2006/main" w="19050">
            <a:solidFill>
              <a:srgbClr val="FF76AE"/>
            </a:solidFill>
            <a:headEnd type="arrow" w="med" len="med"/>
            <a:tailEnd type="arrow" w="med" len="med"/>
          </a:ln>
        </p:spPr>
      </p:cxnSp>
      <p:cxnSp>
        <p:nvCxnSpPr>
          <p:cNvPr id="34" name=""/>
          <p:cNvCxnSpPr>
            <a:stCxn xmlns:a="http://schemas.openxmlformats.org/drawingml/2006/main" id="7" idx="2"/>
            <a:endCxn xmlns:a="http://schemas.openxmlformats.org/drawingml/2006/main" id="16" idx="0"/>
          </p:cNvCxnSpPr>
          <p:nvPr/>
        </p:nvCxnSpPr>
        <p:spPr>
          <a:xfrm xmlns:a="http://schemas.openxmlformats.org/drawingml/2006/main">
            <a:off x="6000750" y="3905250"/>
            <a:ext cx="0" cy="1190625"/>
          </a:xfrm>
          <a:prstGeom xmlns:a="http://schemas.openxmlformats.org/drawingml/2006/main" prst="straightConnector1">
            <a:avLst/>
          </a:prstGeom>
          <a:ln xmlns:a="http://schemas.openxmlformats.org/drawingml/2006/main" w="19050">
            <a:solidFill>
              <a:srgbClr val="B8B3C9"/>
            </a:solidFill>
            <a:tailEnd type="arrow" w="med" len="med"/>
          </a:ln>
        </p:spPr>
      </p:cxnSp>
      <p:cxnSp>
        <p:nvCxnSpPr>
          <p:cNvPr id="35" name=""/>
          <p:cNvCxnSpPr>
            <a:stCxn xmlns:a="http://schemas.openxmlformats.org/drawingml/2006/main" id="7" idx="0"/>
            <a:endCxn xmlns:a="http://schemas.openxmlformats.org/drawingml/2006/main" id="13" idx="2"/>
          </p:cNvCxnSpPr>
          <p:nvPr/>
        </p:nvCxnSpPr>
        <p:spPr>
          <a:xfrm xmlns:a="http://schemas.openxmlformats.org/drawingml/2006/main" flipV="1">
            <a:off x="6000750" y="2476500"/>
            <a:ext cx="0" cy="381000"/>
          </a:xfrm>
          <a:prstGeom xmlns:a="http://schemas.openxmlformats.org/drawingml/2006/main" prst="straightConnector1">
            <a:avLst/>
          </a:prstGeom>
          <a:ln xmlns:a="http://schemas.openxmlformats.org/drawingml/2006/main" w="19050">
            <a:solidFill>
              <a:srgbClr val="D4FF60"/>
            </a:solidFill>
            <a:headEnd type="arrow" w="med" len="med"/>
            <a:tailEnd type="arrow" w="med" len="med"/>
          </a:ln>
        </p:spPr>
      </p:cxnSp>
      <p:cxnSp>
        <p:nvCxnSpPr>
          <p:cNvPr id="36" name=""/>
          <p:cNvCxnSpPr>
            <a:stCxn xmlns:a="http://schemas.openxmlformats.org/drawingml/2006/main" id="7" idx="3"/>
            <a:endCxn xmlns:a="http://schemas.openxmlformats.org/drawingml/2006/main" id="10" idx="1"/>
          </p:cNvCxnSpPr>
          <p:nvPr/>
        </p:nvCxnSpPr>
        <p:spPr>
          <a:xfrm xmlns:a="http://schemas.openxmlformats.org/drawingml/2006/main">
            <a:off x="7429500" y="3381375"/>
            <a:ext cx="1619250" cy="0"/>
          </a:xfrm>
          <a:prstGeom xmlns:a="http://schemas.openxmlformats.org/drawingml/2006/main" prst="straightConnector1">
            <a:avLst/>
          </a:prstGeom>
          <a:ln xmlns:a="http://schemas.openxmlformats.org/drawingml/2006/main" w="19050">
            <a:solidFill>
              <a:srgbClr val="B8B3C9"/>
            </a:solidFill>
            <a:headEnd type="arrow" w="med" len="med"/>
            <a:tailEnd type="arrow" w="med" len="med"/>
          </a:ln>
        </p:spPr>
      </p:cxnSp>
      <p:cxnSp>
        <p:nvCxnSpPr>
          <p:cNvPr id="37" name=""/>
          <p:cNvCxnSpPr>
            <a:stCxn xmlns:a="http://schemas.openxmlformats.org/drawingml/2006/main" id="4" idx="3"/>
            <a:endCxn xmlns:a="http://schemas.openxmlformats.org/drawingml/2006/main" id="7" idx="1"/>
          </p:cNvCxnSpPr>
          <p:nvPr/>
        </p:nvCxnSpPr>
        <p:spPr>
          <a:xfrm xmlns:a="http://schemas.openxmlformats.org/drawingml/2006/main">
            <a:off x="3143250" y="3381375"/>
            <a:ext cx="1428750" cy="0"/>
          </a:xfrm>
          <a:prstGeom xmlns:a="http://schemas.openxmlformats.org/drawingml/2006/main" prst="straightConnector1">
            <a:avLst/>
          </a:prstGeom>
          <a:ln xmlns:a="http://schemas.openxmlformats.org/drawingml/2006/main" w="19050">
            <a:solidFill>
              <a:srgbClr val="B8B3C9"/>
            </a:solidFill>
            <a:headEnd type="arrow" w="med" len="med"/>
            <a:tailEnd type="arrow" w="med" len="med"/>
          </a:ln>
        </p:spPr>
      </p:cxnSp>
      <p:sp>
        <p:nvSpPr>
          <p:cNvPr id="32" name="">
            <a:extLst xmlns:a="http://schemas.openxmlformats.org/drawingml/2006/main">
              <a:ext uri="{FF2B5EF4-FFF2-40B4-BE49-F238E27FC236}">
                <a16:creationId xmlns:a16="http://schemas.microsoft.com/office/drawing/2014/main" id="{AC1CAAB1-3171-4B63-87B6-52C7592A3B57}"/>
              </a:ext>
            </a:extLst>
          </p:cNvPr>
          <p:cNvSpPr>
            <a:spLocks xmlns:a="http://schemas.openxmlformats.org/drawingml/2006/main" noGrp="1"/>
          </p:cNvSpPr>
          <p:nvPr/>
        </p:nvSpPr>
        <p:spPr>
          <a:xfrm xmlns:a="http://schemas.openxmlformats.org/drawingml/2006/main">
            <a:off x="552450" y="2857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200" b="1">
                <a:solidFill>
                  <a:srgbClr val="D4FF60"/>
                </a:solidFill>
                <a:latin typeface="Arial"/>
                <a:ea typeface="Arial"/>
                <a:cs typeface="Arial"/>
              </a:defRPr>
            </a:lvl1pPr>
            <a:lvl2pPr>
              <a:buNone/>
              <a:defRPr sz="1200" b="1">
                <a:solidFill>
                  <a:srgbClr val="D4FF60"/>
                </a:solidFill>
                <a:latin typeface="Arial"/>
                <a:ea typeface="Arial"/>
                <a:cs typeface="Arial"/>
              </a:defRPr>
            </a:lvl2pPr>
            <a:lvl3pPr>
              <a:buNone/>
              <a:defRPr sz="1200" b="1">
                <a:solidFill>
                  <a:srgbClr val="D4FF60"/>
                </a:solidFill>
                <a:latin typeface="Arial"/>
                <a:ea typeface="Arial"/>
                <a:cs typeface="Arial"/>
              </a:defRPr>
            </a:lvl3pPr>
            <a:lvl4pPr>
              <a:buNone/>
              <a:defRPr sz="1200" b="1">
                <a:solidFill>
                  <a:srgbClr val="D4FF60"/>
                </a:solidFill>
                <a:latin typeface="Arial"/>
                <a:ea typeface="Arial"/>
                <a:cs typeface="Arial"/>
              </a:defRPr>
            </a:lvl4pPr>
            <a:lvl5pPr>
              <a:buNone/>
              <a:defRPr sz="1200" b="1">
                <a:solidFill>
                  <a:srgbClr val="D4FF60"/>
                </a:solidFill>
                <a:latin typeface="Arial"/>
                <a:ea typeface="Arial"/>
                <a:cs typeface="Arial"/>
              </a:defRPr>
            </a:lvl5pPr>
            <a:lvl6pPr>
              <a:buNone/>
              <a:defRPr sz="1200" b="1">
                <a:solidFill>
                  <a:srgbClr val="D4FF60"/>
                </a:solidFill>
                <a:latin typeface="Arial"/>
                <a:ea typeface="Arial"/>
                <a:cs typeface="Arial"/>
              </a:defRPr>
            </a:lvl6pPr>
            <a:lvl7pPr>
              <a:buNone/>
              <a:defRPr sz="1200" b="1">
                <a:solidFill>
                  <a:srgbClr val="D4FF60"/>
                </a:solidFill>
                <a:latin typeface="Arial"/>
                <a:ea typeface="Arial"/>
                <a:cs typeface="Arial"/>
              </a:defRPr>
            </a:lvl7pPr>
            <a:lvl8pPr>
              <a:buNone/>
              <a:defRPr sz="1200" b="1">
                <a:solidFill>
                  <a:srgbClr val="D4FF60"/>
                </a:solidFill>
                <a:latin typeface="Arial"/>
                <a:ea typeface="Arial"/>
                <a:cs typeface="Arial"/>
              </a:defRPr>
            </a:lvl8pPr>
            <a:lvl9pPr>
              <a:buNone/>
              <a:defRPr sz="1200" b="1">
                <a:solidFill>
                  <a:srgbClr val="D4FF60"/>
                </a:solidFill>
                <a:latin typeface="Arial"/>
                <a:ea typeface="Arial"/>
                <a:cs typeface="Arial"/>
              </a:defRPr>
            </a:lvl9pPr>
          </a:lstStyle>
          <a:p xmlns:a="http://schemas.openxmlformats.org/drawingml/2006/main">
            <a:pPr>
              <a:buNone/>
              <a:defRPr sz="1200" b="1">
                <a:solidFill>
                  <a:srgbClr val="D4FF60"/>
                </a:solidFill>
                <a:latin typeface="Arial"/>
                <a:ea typeface="Arial"/>
                <a:cs typeface="Arial"/>
              </a:defRPr>
            </a:pPr>
            <a:r>
              <a:rPr sz="1200" b="1">
                <a:solidFill>
                  <a:srgbClr val="D4FF60"/>
                </a:solidFill>
                <a:latin typeface="Arial"/>
                <a:ea typeface="Arial"/>
                <a:cs typeface="Arial"/>
              </a:rPr>
              <a:t>SYSTEM ARCHITECTURE</a:t>
            </a:r>
          </a:p>
        </p:txBody>
      </p:sp>
      <p:sp>
        <p:nvSpPr>
          <p:cNvPr id="2" name="">
            <a:extLst xmlns:a="http://schemas.openxmlformats.org/drawingml/2006/main">
              <a:ext uri="{FF2B5EF4-FFF2-40B4-BE49-F238E27FC236}">
                <a16:creationId xmlns:a16="http://schemas.microsoft.com/office/drawing/2014/main" id="{D55E196E-D1A7-43A7-8F5F-04638657AEB2}"/>
              </a:ext>
            </a:extLst>
          </p:cNvPr>
          <p:cNvSpPr>
            <a:spLocks xmlns:a="http://schemas.openxmlformats.org/drawingml/2006/main" noGrp="1"/>
          </p:cNvSpPr>
          <p:nvPr/>
        </p:nvSpPr>
        <p:spPr>
          <a:xfrm xmlns:a="http://schemas.openxmlformats.org/drawingml/2006/main">
            <a:off x="11049000" y="62388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200" b="0">
                <a:solidFill>
                  <a:srgbClr val="B8B3C9"/>
                </a:solidFill>
                <a:latin typeface="Arial"/>
                <a:ea typeface="Arial"/>
                <a:cs typeface="Arial"/>
              </a:defRPr>
            </a:lvl1pPr>
            <a:lvl2pPr>
              <a:buNone/>
              <a:defRPr sz="1200" b="0">
                <a:solidFill>
                  <a:srgbClr val="B8B3C9"/>
                </a:solidFill>
                <a:latin typeface="Arial"/>
                <a:ea typeface="Arial"/>
                <a:cs typeface="Arial"/>
              </a:defRPr>
            </a:lvl2pPr>
            <a:lvl3pPr>
              <a:buNone/>
              <a:defRPr sz="1200" b="0">
                <a:solidFill>
                  <a:srgbClr val="B8B3C9"/>
                </a:solidFill>
                <a:latin typeface="Arial"/>
                <a:ea typeface="Arial"/>
                <a:cs typeface="Arial"/>
              </a:defRPr>
            </a:lvl3pPr>
            <a:lvl4pPr>
              <a:buNone/>
              <a:defRPr sz="1200" b="0">
                <a:solidFill>
                  <a:srgbClr val="B8B3C9"/>
                </a:solidFill>
                <a:latin typeface="Arial"/>
                <a:ea typeface="Arial"/>
                <a:cs typeface="Arial"/>
              </a:defRPr>
            </a:lvl4pPr>
            <a:lvl5pPr>
              <a:buNone/>
              <a:defRPr sz="1200" b="0">
                <a:solidFill>
                  <a:srgbClr val="B8B3C9"/>
                </a:solidFill>
                <a:latin typeface="Arial"/>
                <a:ea typeface="Arial"/>
                <a:cs typeface="Arial"/>
              </a:defRPr>
            </a:lvl5pPr>
            <a:lvl6pPr>
              <a:buNone/>
              <a:defRPr sz="1200" b="0">
                <a:solidFill>
                  <a:srgbClr val="B8B3C9"/>
                </a:solidFill>
                <a:latin typeface="Arial"/>
                <a:ea typeface="Arial"/>
                <a:cs typeface="Arial"/>
              </a:defRPr>
            </a:lvl6pPr>
            <a:lvl7pPr>
              <a:buNone/>
              <a:defRPr sz="1200" b="0">
                <a:solidFill>
                  <a:srgbClr val="B8B3C9"/>
                </a:solidFill>
                <a:latin typeface="Arial"/>
                <a:ea typeface="Arial"/>
                <a:cs typeface="Arial"/>
              </a:defRPr>
            </a:lvl7pPr>
            <a:lvl8pPr>
              <a:buNone/>
              <a:defRPr sz="1200" b="0">
                <a:solidFill>
                  <a:srgbClr val="B8B3C9"/>
                </a:solidFill>
                <a:latin typeface="Arial"/>
                <a:ea typeface="Arial"/>
                <a:cs typeface="Arial"/>
              </a:defRPr>
            </a:lvl8pPr>
            <a:lvl9pPr>
              <a:buNone/>
              <a:defRPr sz="1200" b="0">
                <a:solidFill>
                  <a:srgbClr val="B8B3C9"/>
                </a:solidFill>
                <a:latin typeface="Arial"/>
                <a:ea typeface="Arial"/>
                <a:cs typeface="Arial"/>
              </a:defRPr>
            </a:lvl9pPr>
          </a:lstStyle>
          <a:p xmlns:a="http://schemas.openxmlformats.org/drawingml/2006/main">
            <a:pPr>
              <a:buNone/>
              <a:defRPr sz="1200" b="0">
                <a:solidFill>
                  <a:srgbClr val="B8B3C9"/>
                </a:solidFill>
                <a:latin typeface="Arial"/>
                <a:ea typeface="Arial"/>
                <a:cs typeface="Arial"/>
              </a:defRPr>
            </a:pPr>
            <a:r>
              <a:rPr sz="1200" b="0">
                <a:solidFill>
                  <a:srgbClr val="B8B3C9"/>
                </a:solidFill>
                <a:latin typeface="Arial"/>
                <a:ea typeface="Arial"/>
                <a:cs typeface="Arial"/>
              </a:rPr>
              <a:t>4 / 5</a:t>
            </a:r>
          </a:p>
        </p:txBody>
      </p:sp>
      <p:sp>
        <p:nvSpPr>
          <p:cNvPr id="3" name="">
            <a:extLst xmlns:a="http://schemas.openxmlformats.org/drawingml/2006/main">
              <a:ext uri="{FF2B5EF4-FFF2-40B4-BE49-F238E27FC236}">
                <a16:creationId xmlns:a16="http://schemas.microsoft.com/office/drawing/2014/main" id="{9EACBD15-5FEF-4282-84A5-969C0DFCF424}"/>
              </a:ext>
            </a:extLst>
          </p:cNvPr>
          <p:cNvSpPr>
            <a:spLocks xmlns:a="http://schemas.openxmlformats.org/drawingml/2006/main" noGrp="1"/>
          </p:cNvSpPr>
          <p:nvPr/>
        </p:nvSpPr>
        <p:spPr>
          <a:xfrm xmlns:a="http://schemas.openxmlformats.org/drawingml/2006/main">
            <a:off x="552450" y="8382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4125" b="1">
                <a:solidFill>
                  <a:srgbClr val="F7F3E9"/>
                </a:solidFill>
                <a:latin typeface="Arial"/>
                <a:ea typeface="Arial"/>
                <a:cs typeface="Arial"/>
              </a:defRPr>
            </a:lvl1pPr>
            <a:lvl2pPr>
              <a:buNone/>
              <a:defRPr sz="4125" b="1">
                <a:solidFill>
                  <a:srgbClr val="F7F3E9"/>
                </a:solidFill>
                <a:latin typeface="Arial"/>
                <a:ea typeface="Arial"/>
                <a:cs typeface="Arial"/>
              </a:defRPr>
            </a:lvl2pPr>
            <a:lvl3pPr>
              <a:buNone/>
              <a:defRPr sz="4125" b="1">
                <a:solidFill>
                  <a:srgbClr val="F7F3E9"/>
                </a:solidFill>
                <a:latin typeface="Arial"/>
                <a:ea typeface="Arial"/>
                <a:cs typeface="Arial"/>
              </a:defRPr>
            </a:lvl3pPr>
            <a:lvl4pPr>
              <a:buNone/>
              <a:defRPr sz="4125" b="1">
                <a:solidFill>
                  <a:srgbClr val="F7F3E9"/>
                </a:solidFill>
                <a:latin typeface="Arial"/>
                <a:ea typeface="Arial"/>
                <a:cs typeface="Arial"/>
              </a:defRPr>
            </a:lvl4pPr>
            <a:lvl5pPr>
              <a:buNone/>
              <a:defRPr sz="4125" b="1">
                <a:solidFill>
                  <a:srgbClr val="F7F3E9"/>
                </a:solidFill>
                <a:latin typeface="Arial"/>
                <a:ea typeface="Arial"/>
                <a:cs typeface="Arial"/>
              </a:defRPr>
            </a:lvl5pPr>
            <a:lvl6pPr>
              <a:buNone/>
              <a:defRPr sz="4125" b="1">
                <a:solidFill>
                  <a:srgbClr val="F7F3E9"/>
                </a:solidFill>
                <a:latin typeface="Arial"/>
                <a:ea typeface="Arial"/>
                <a:cs typeface="Arial"/>
              </a:defRPr>
            </a:lvl6pPr>
            <a:lvl7pPr>
              <a:buNone/>
              <a:defRPr sz="4125" b="1">
                <a:solidFill>
                  <a:srgbClr val="F7F3E9"/>
                </a:solidFill>
                <a:latin typeface="Arial"/>
                <a:ea typeface="Arial"/>
                <a:cs typeface="Arial"/>
              </a:defRPr>
            </a:lvl7pPr>
            <a:lvl8pPr>
              <a:buNone/>
              <a:defRPr sz="4125" b="1">
                <a:solidFill>
                  <a:srgbClr val="F7F3E9"/>
                </a:solidFill>
                <a:latin typeface="Arial"/>
                <a:ea typeface="Arial"/>
                <a:cs typeface="Arial"/>
              </a:defRPr>
            </a:lvl8pPr>
            <a:lvl9pPr>
              <a:buNone/>
              <a:defRPr sz="4125" b="1">
                <a:solidFill>
                  <a:srgbClr val="F7F3E9"/>
                </a:solidFill>
                <a:latin typeface="Arial"/>
                <a:ea typeface="Arial"/>
                <a:cs typeface="Arial"/>
              </a:defRPr>
            </a:lvl9pPr>
          </a:lstStyle>
          <a:p xmlns:a="http://schemas.openxmlformats.org/drawingml/2006/main">
            <a:pPr>
              <a:buNone/>
              <a:defRPr sz="4125" b="1">
                <a:solidFill>
                  <a:srgbClr val="F7F3E9"/>
                </a:solidFill>
                <a:latin typeface="Arial"/>
                <a:ea typeface="Arial"/>
                <a:cs typeface="Arial"/>
              </a:defRPr>
            </a:pPr>
            <a:r>
              <a:rPr sz="4125" b="1">
                <a:solidFill>
                  <a:srgbClr val="F7F3E9"/>
                </a:solidFill>
                <a:latin typeface="Arial"/>
                <a:ea typeface="Arial"/>
                <a:cs typeface="Arial"/>
              </a:rPr>
              <a:t>Inside the arena</a:t>
            </a:r>
          </a:p>
        </p:txBody>
      </p:sp>
      <p:sp>
        <p:nvSpPr>
          <p:cNvPr id="4" name="">
            <a:extLst xmlns:a="http://schemas.openxmlformats.org/drawingml/2006/main">
              <a:ext uri="{FF2B5EF4-FFF2-40B4-BE49-F238E27FC236}">
                <a16:creationId xmlns:a16="http://schemas.microsoft.com/office/drawing/2014/main" id="{B4909D1B-546E-44D6-93F8-B99594B533C6}"/>
              </a:ext>
            </a:extLst>
          </p:cNvPr>
          <p:cNvSpPr>
            <a:spLocks xmlns:a="http://schemas.openxmlformats.org/drawingml/2006/main" noGrp="1"/>
          </p:cNvSpPr>
          <p:nvPr/>
        </p:nvSpPr>
        <p:spPr>
          <a:xfrm xmlns:a="http://schemas.openxmlformats.org/drawingml/2006/main">
            <a:off x="571500" y="2857500"/>
            <a:ext cx="2571750" cy="1047750"/>
          </a:xfrm>
          <a:prstGeom xmlns:a="http://schemas.openxmlformats.org/drawingml/2006/main" prst="rect">
            <a:avLst/>
          </a:prstGeom>
          <a:solidFill xmlns:a="http://schemas.openxmlformats.org/drawingml/2006/main">
            <a:srgbClr val="191923"/>
          </a:solidFill>
          <a:ln xmlns:a="http://schemas.openxmlformats.org/drawingml/2006/main" w="14288">
            <a:solidFill>
              <a:srgbClr val="F7F3E9"/>
            </a:solidFill>
          </a:ln>
        </p:spPr>
      </p:sp>
      <p:sp>
        <p:nvSpPr>
          <p:cNvPr id="5" name="">
            <a:extLst xmlns:a="http://schemas.openxmlformats.org/drawingml/2006/main">
              <a:ext uri="{FF2B5EF4-FFF2-40B4-BE49-F238E27FC236}">
                <a16:creationId xmlns:a16="http://schemas.microsoft.com/office/drawing/2014/main" id="{9D077091-B2EA-414C-859E-5D0791B85A84}"/>
              </a:ext>
            </a:extLst>
          </p:cNvPr>
          <p:cNvSpPr>
            <a:spLocks xmlns:a="http://schemas.openxmlformats.org/drawingml/2006/main" noGrp="1"/>
          </p:cNvSpPr>
          <p:nvPr/>
        </p:nvSpPr>
        <p:spPr>
          <a:xfrm xmlns:a="http://schemas.openxmlformats.org/drawingml/2006/main">
            <a:off x="723900" y="3000375"/>
            <a:ext cx="2266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950" b="1">
                <a:solidFill>
                  <a:srgbClr val="F7F3E9"/>
                </a:solidFill>
                <a:latin typeface="Arial"/>
                <a:ea typeface="Arial"/>
                <a:cs typeface="Arial"/>
              </a:defRPr>
            </a:lvl1pPr>
            <a:lvl2pPr>
              <a:buNone/>
              <a:defRPr sz="1950" b="1">
                <a:solidFill>
                  <a:srgbClr val="F7F3E9"/>
                </a:solidFill>
                <a:latin typeface="Arial"/>
                <a:ea typeface="Arial"/>
                <a:cs typeface="Arial"/>
              </a:defRPr>
            </a:lvl2pPr>
            <a:lvl3pPr>
              <a:buNone/>
              <a:defRPr sz="1950" b="1">
                <a:solidFill>
                  <a:srgbClr val="F7F3E9"/>
                </a:solidFill>
                <a:latin typeface="Arial"/>
                <a:ea typeface="Arial"/>
                <a:cs typeface="Arial"/>
              </a:defRPr>
            </a:lvl3pPr>
            <a:lvl4pPr>
              <a:buNone/>
              <a:defRPr sz="1950" b="1">
                <a:solidFill>
                  <a:srgbClr val="F7F3E9"/>
                </a:solidFill>
                <a:latin typeface="Arial"/>
                <a:ea typeface="Arial"/>
                <a:cs typeface="Arial"/>
              </a:defRPr>
            </a:lvl4pPr>
            <a:lvl5pPr>
              <a:buNone/>
              <a:defRPr sz="1950" b="1">
                <a:solidFill>
                  <a:srgbClr val="F7F3E9"/>
                </a:solidFill>
                <a:latin typeface="Arial"/>
                <a:ea typeface="Arial"/>
                <a:cs typeface="Arial"/>
              </a:defRPr>
            </a:lvl5pPr>
            <a:lvl6pPr>
              <a:buNone/>
              <a:defRPr sz="1950" b="1">
                <a:solidFill>
                  <a:srgbClr val="F7F3E9"/>
                </a:solidFill>
                <a:latin typeface="Arial"/>
                <a:ea typeface="Arial"/>
                <a:cs typeface="Arial"/>
              </a:defRPr>
            </a:lvl6pPr>
            <a:lvl7pPr>
              <a:buNone/>
              <a:defRPr sz="1950" b="1">
                <a:solidFill>
                  <a:srgbClr val="F7F3E9"/>
                </a:solidFill>
                <a:latin typeface="Arial"/>
                <a:ea typeface="Arial"/>
                <a:cs typeface="Arial"/>
              </a:defRPr>
            </a:lvl7pPr>
            <a:lvl8pPr>
              <a:buNone/>
              <a:defRPr sz="1950" b="1">
                <a:solidFill>
                  <a:srgbClr val="F7F3E9"/>
                </a:solidFill>
                <a:latin typeface="Arial"/>
                <a:ea typeface="Arial"/>
                <a:cs typeface="Arial"/>
              </a:defRPr>
            </a:lvl8pPr>
            <a:lvl9pPr>
              <a:buNone/>
              <a:defRPr sz="1950" b="1">
                <a:solidFill>
                  <a:srgbClr val="F7F3E9"/>
                </a:solidFill>
                <a:latin typeface="Arial"/>
                <a:ea typeface="Arial"/>
                <a:cs typeface="Arial"/>
              </a:defRPr>
            </a:lvl9pPr>
          </a:lstStyle>
          <a:p xmlns:a="http://schemas.openxmlformats.org/drawingml/2006/main">
            <a:pPr>
              <a:buNone/>
              <a:defRPr sz="1950" b="1">
                <a:solidFill>
                  <a:srgbClr val="F7F3E9"/>
                </a:solidFill>
                <a:latin typeface="Arial"/>
                <a:ea typeface="Arial"/>
                <a:cs typeface="Arial"/>
              </a:defRPr>
            </a:pPr>
            <a:r>
              <a:rPr sz="1950" b="1">
                <a:solidFill>
                  <a:srgbClr val="F7F3E9"/>
                </a:solidFill>
                <a:latin typeface="Arial"/>
                <a:ea typeface="Arial"/>
                <a:cs typeface="Arial"/>
              </a:rPr>
              <a:t>Browser</a:t>
            </a:r>
          </a:p>
        </p:txBody>
      </p:sp>
      <p:sp>
        <p:nvSpPr>
          <p:cNvPr id="6" name="">
            <a:extLst xmlns:a="http://schemas.openxmlformats.org/drawingml/2006/main">
              <a:ext uri="{FF2B5EF4-FFF2-40B4-BE49-F238E27FC236}">
                <a16:creationId xmlns:a16="http://schemas.microsoft.com/office/drawing/2014/main" id="{7160813E-583E-4BAA-93CD-92FDBC658F2E}"/>
              </a:ext>
            </a:extLst>
          </p:cNvPr>
          <p:cNvSpPr>
            <a:spLocks xmlns:a="http://schemas.openxmlformats.org/drawingml/2006/main" noGrp="1"/>
          </p:cNvSpPr>
          <p:nvPr/>
        </p:nvSpPr>
        <p:spPr>
          <a:xfrm xmlns:a="http://schemas.openxmlformats.org/drawingml/2006/main">
            <a:off x="723900" y="3400425"/>
            <a:ext cx="2266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500" b="0">
                <a:solidFill>
                  <a:srgbClr val="B8B3C9"/>
                </a:solidFill>
                <a:latin typeface="Arial"/>
                <a:ea typeface="Arial"/>
                <a:cs typeface="Arial"/>
              </a:defRPr>
            </a:lvl1pPr>
            <a:lvl2pPr>
              <a:buNone/>
              <a:defRPr sz="1500" b="0">
                <a:solidFill>
                  <a:srgbClr val="B8B3C9"/>
                </a:solidFill>
                <a:latin typeface="Arial"/>
                <a:ea typeface="Arial"/>
                <a:cs typeface="Arial"/>
              </a:defRPr>
            </a:lvl2pPr>
            <a:lvl3pPr>
              <a:buNone/>
              <a:defRPr sz="1500" b="0">
                <a:solidFill>
                  <a:srgbClr val="B8B3C9"/>
                </a:solidFill>
                <a:latin typeface="Arial"/>
                <a:ea typeface="Arial"/>
                <a:cs typeface="Arial"/>
              </a:defRPr>
            </a:lvl3pPr>
            <a:lvl4pPr>
              <a:buNone/>
              <a:defRPr sz="1500" b="0">
                <a:solidFill>
                  <a:srgbClr val="B8B3C9"/>
                </a:solidFill>
                <a:latin typeface="Arial"/>
                <a:ea typeface="Arial"/>
                <a:cs typeface="Arial"/>
              </a:defRPr>
            </a:lvl4pPr>
            <a:lvl5pPr>
              <a:buNone/>
              <a:defRPr sz="1500" b="0">
                <a:solidFill>
                  <a:srgbClr val="B8B3C9"/>
                </a:solidFill>
                <a:latin typeface="Arial"/>
                <a:ea typeface="Arial"/>
                <a:cs typeface="Arial"/>
              </a:defRPr>
            </a:lvl5pPr>
            <a:lvl6pPr>
              <a:buNone/>
              <a:defRPr sz="1500" b="0">
                <a:solidFill>
                  <a:srgbClr val="B8B3C9"/>
                </a:solidFill>
                <a:latin typeface="Arial"/>
                <a:ea typeface="Arial"/>
                <a:cs typeface="Arial"/>
              </a:defRPr>
            </a:lvl6pPr>
            <a:lvl7pPr>
              <a:buNone/>
              <a:defRPr sz="1500" b="0">
                <a:solidFill>
                  <a:srgbClr val="B8B3C9"/>
                </a:solidFill>
                <a:latin typeface="Arial"/>
                <a:ea typeface="Arial"/>
                <a:cs typeface="Arial"/>
              </a:defRPr>
            </a:lvl7pPr>
            <a:lvl8pPr>
              <a:buNone/>
              <a:defRPr sz="1500" b="0">
                <a:solidFill>
                  <a:srgbClr val="B8B3C9"/>
                </a:solidFill>
                <a:latin typeface="Arial"/>
                <a:ea typeface="Arial"/>
                <a:cs typeface="Arial"/>
              </a:defRPr>
            </a:lvl8pPr>
            <a:lvl9pPr>
              <a:buNone/>
              <a:defRPr sz="1500" b="0">
                <a:solidFill>
                  <a:srgbClr val="B8B3C9"/>
                </a:solidFill>
                <a:latin typeface="Arial"/>
                <a:ea typeface="Arial"/>
                <a:cs typeface="Arial"/>
              </a:defRPr>
            </a:lvl9pPr>
          </a:lstStyle>
          <a:p xmlns:a="http://schemas.openxmlformats.org/drawingml/2006/main">
            <a:pPr>
              <a:buNone/>
              <a:defRPr sz="1500" b="0">
                <a:solidFill>
                  <a:srgbClr val="B8B3C9"/>
                </a:solidFill>
                <a:latin typeface="Arial"/>
                <a:ea typeface="Arial"/>
                <a:cs typeface="Arial"/>
              </a:defRPr>
            </a:pPr>
            <a:r>
              <a:rPr sz="1500" b="0">
                <a:solidFill>
                  <a:srgbClr val="B8B3C9"/>
                </a:solidFill>
                <a:latin typeface="Arial"/>
                <a:ea typeface="Arial"/>
                <a:cs typeface="Arial"/>
              </a:rPr>
              <a:t>Vite game + audio</a:t>
            </a:r>
          </a:p>
        </p:txBody>
      </p:sp>
      <p:sp>
        <p:nvSpPr>
          <p:cNvPr id="7" name="">
            <a:extLst xmlns:a="http://schemas.openxmlformats.org/drawingml/2006/main">
              <a:ext uri="{FF2B5EF4-FFF2-40B4-BE49-F238E27FC236}">
                <a16:creationId xmlns:a16="http://schemas.microsoft.com/office/drawing/2014/main" id="{15D648F6-9F16-4EC9-ACE3-152C4AFD69CE}"/>
              </a:ext>
            </a:extLst>
          </p:cNvPr>
          <p:cNvSpPr>
            <a:spLocks xmlns:a="http://schemas.openxmlformats.org/drawingml/2006/main" noGrp="1"/>
          </p:cNvSpPr>
          <p:nvPr/>
        </p:nvSpPr>
        <p:spPr>
          <a:xfrm xmlns:a="http://schemas.openxmlformats.org/drawingml/2006/main">
            <a:off x="4572000" y="2857500"/>
            <a:ext cx="2857500" cy="1047750"/>
          </a:xfrm>
          <a:prstGeom xmlns:a="http://schemas.openxmlformats.org/drawingml/2006/main" prst="rect">
            <a:avLst/>
          </a:prstGeom>
          <a:solidFill xmlns:a="http://schemas.openxmlformats.org/drawingml/2006/main">
            <a:srgbClr val="191923"/>
          </a:solidFill>
          <a:ln xmlns:a="http://schemas.openxmlformats.org/drawingml/2006/main" w="14288">
            <a:solidFill>
              <a:srgbClr val="D4FF60"/>
            </a:solidFill>
          </a:ln>
        </p:spPr>
      </p:sp>
      <p:sp>
        <p:nvSpPr>
          <p:cNvPr id="8" name="">
            <a:extLst xmlns:a="http://schemas.openxmlformats.org/drawingml/2006/main">
              <a:ext uri="{FF2B5EF4-FFF2-40B4-BE49-F238E27FC236}">
                <a16:creationId xmlns:a16="http://schemas.microsoft.com/office/drawing/2014/main" id="{23A2E566-96C0-451A-B03F-F93E75ECE404}"/>
              </a:ext>
            </a:extLst>
          </p:cNvPr>
          <p:cNvSpPr>
            <a:spLocks xmlns:a="http://schemas.openxmlformats.org/drawingml/2006/main" noGrp="1"/>
          </p:cNvSpPr>
          <p:nvPr/>
        </p:nvSpPr>
        <p:spPr>
          <a:xfrm xmlns:a="http://schemas.openxmlformats.org/drawingml/2006/main">
            <a:off x="4724400" y="3000375"/>
            <a:ext cx="2552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950" b="1">
                <a:solidFill>
                  <a:srgbClr val="D4FF60"/>
                </a:solidFill>
                <a:latin typeface="Arial"/>
                <a:ea typeface="Arial"/>
                <a:cs typeface="Arial"/>
              </a:defRPr>
            </a:lvl1pPr>
            <a:lvl2pPr>
              <a:buNone/>
              <a:defRPr sz="1950" b="1">
                <a:solidFill>
                  <a:srgbClr val="D4FF60"/>
                </a:solidFill>
                <a:latin typeface="Arial"/>
                <a:ea typeface="Arial"/>
                <a:cs typeface="Arial"/>
              </a:defRPr>
            </a:lvl2pPr>
            <a:lvl3pPr>
              <a:buNone/>
              <a:defRPr sz="1950" b="1">
                <a:solidFill>
                  <a:srgbClr val="D4FF60"/>
                </a:solidFill>
                <a:latin typeface="Arial"/>
                <a:ea typeface="Arial"/>
                <a:cs typeface="Arial"/>
              </a:defRPr>
            </a:lvl3pPr>
            <a:lvl4pPr>
              <a:buNone/>
              <a:defRPr sz="1950" b="1">
                <a:solidFill>
                  <a:srgbClr val="D4FF60"/>
                </a:solidFill>
                <a:latin typeface="Arial"/>
                <a:ea typeface="Arial"/>
                <a:cs typeface="Arial"/>
              </a:defRPr>
            </a:lvl4pPr>
            <a:lvl5pPr>
              <a:buNone/>
              <a:defRPr sz="1950" b="1">
                <a:solidFill>
                  <a:srgbClr val="D4FF60"/>
                </a:solidFill>
                <a:latin typeface="Arial"/>
                <a:ea typeface="Arial"/>
                <a:cs typeface="Arial"/>
              </a:defRPr>
            </a:lvl5pPr>
            <a:lvl6pPr>
              <a:buNone/>
              <a:defRPr sz="1950" b="1">
                <a:solidFill>
                  <a:srgbClr val="D4FF60"/>
                </a:solidFill>
                <a:latin typeface="Arial"/>
                <a:ea typeface="Arial"/>
                <a:cs typeface="Arial"/>
              </a:defRPr>
            </a:lvl6pPr>
            <a:lvl7pPr>
              <a:buNone/>
              <a:defRPr sz="1950" b="1">
                <a:solidFill>
                  <a:srgbClr val="D4FF60"/>
                </a:solidFill>
                <a:latin typeface="Arial"/>
                <a:ea typeface="Arial"/>
                <a:cs typeface="Arial"/>
              </a:defRPr>
            </a:lvl7pPr>
            <a:lvl8pPr>
              <a:buNone/>
              <a:defRPr sz="1950" b="1">
                <a:solidFill>
                  <a:srgbClr val="D4FF60"/>
                </a:solidFill>
                <a:latin typeface="Arial"/>
                <a:ea typeface="Arial"/>
                <a:cs typeface="Arial"/>
              </a:defRPr>
            </a:lvl8pPr>
            <a:lvl9pPr>
              <a:buNone/>
              <a:defRPr sz="1950" b="1">
                <a:solidFill>
                  <a:srgbClr val="D4FF60"/>
                </a:solidFill>
                <a:latin typeface="Arial"/>
                <a:ea typeface="Arial"/>
                <a:cs typeface="Arial"/>
              </a:defRPr>
            </a:lvl9pPr>
          </a:lstStyle>
          <a:p xmlns:a="http://schemas.openxmlformats.org/drawingml/2006/main">
            <a:pPr>
              <a:buNone/>
              <a:defRPr sz="1950" b="1">
                <a:solidFill>
                  <a:srgbClr val="D4FF60"/>
                </a:solidFill>
                <a:latin typeface="Arial"/>
                <a:ea typeface="Arial"/>
                <a:cs typeface="Arial"/>
              </a:defRPr>
            </a:pPr>
            <a:r>
              <a:rPr sz="1950" b="1">
                <a:solidFill>
                  <a:srgbClr val="D4FF60"/>
                </a:solidFill>
                <a:latin typeface="Arial"/>
                <a:ea typeface="Arial"/>
                <a:cs typeface="Arial"/>
              </a:rPr>
              <a:t>Daytona sandbox</a:t>
            </a:r>
          </a:p>
        </p:txBody>
      </p:sp>
      <p:sp>
        <p:nvSpPr>
          <p:cNvPr id="9" name="">
            <a:extLst xmlns:a="http://schemas.openxmlformats.org/drawingml/2006/main">
              <a:ext uri="{FF2B5EF4-FFF2-40B4-BE49-F238E27FC236}">
                <a16:creationId xmlns:a16="http://schemas.microsoft.com/office/drawing/2014/main" id="{3D142CDB-06D1-496E-AB7B-A7C521D3C046}"/>
              </a:ext>
            </a:extLst>
          </p:cNvPr>
          <p:cNvSpPr>
            <a:spLocks xmlns:a="http://schemas.openxmlformats.org/drawingml/2006/main" noGrp="1"/>
          </p:cNvSpPr>
          <p:nvPr/>
        </p:nvSpPr>
        <p:spPr>
          <a:xfrm xmlns:a="http://schemas.openxmlformats.org/drawingml/2006/main">
            <a:off x="4724400" y="3400425"/>
            <a:ext cx="2552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500" b="0">
                <a:solidFill>
                  <a:srgbClr val="B8B3C9"/>
                </a:solidFill>
                <a:latin typeface="Arial"/>
                <a:ea typeface="Arial"/>
                <a:cs typeface="Arial"/>
              </a:defRPr>
            </a:lvl1pPr>
            <a:lvl2pPr>
              <a:buNone/>
              <a:defRPr sz="1500" b="0">
                <a:solidFill>
                  <a:srgbClr val="B8B3C9"/>
                </a:solidFill>
                <a:latin typeface="Arial"/>
                <a:ea typeface="Arial"/>
                <a:cs typeface="Arial"/>
              </a:defRPr>
            </a:lvl2pPr>
            <a:lvl3pPr>
              <a:buNone/>
              <a:defRPr sz="1500" b="0">
                <a:solidFill>
                  <a:srgbClr val="B8B3C9"/>
                </a:solidFill>
                <a:latin typeface="Arial"/>
                <a:ea typeface="Arial"/>
                <a:cs typeface="Arial"/>
              </a:defRPr>
            </a:lvl3pPr>
            <a:lvl4pPr>
              <a:buNone/>
              <a:defRPr sz="1500" b="0">
                <a:solidFill>
                  <a:srgbClr val="B8B3C9"/>
                </a:solidFill>
                <a:latin typeface="Arial"/>
                <a:ea typeface="Arial"/>
                <a:cs typeface="Arial"/>
              </a:defRPr>
            </a:lvl4pPr>
            <a:lvl5pPr>
              <a:buNone/>
              <a:defRPr sz="1500" b="0">
                <a:solidFill>
                  <a:srgbClr val="B8B3C9"/>
                </a:solidFill>
                <a:latin typeface="Arial"/>
                <a:ea typeface="Arial"/>
                <a:cs typeface="Arial"/>
              </a:defRPr>
            </a:lvl5pPr>
            <a:lvl6pPr>
              <a:buNone/>
              <a:defRPr sz="1500" b="0">
                <a:solidFill>
                  <a:srgbClr val="B8B3C9"/>
                </a:solidFill>
                <a:latin typeface="Arial"/>
                <a:ea typeface="Arial"/>
                <a:cs typeface="Arial"/>
              </a:defRPr>
            </a:lvl6pPr>
            <a:lvl7pPr>
              <a:buNone/>
              <a:defRPr sz="1500" b="0">
                <a:solidFill>
                  <a:srgbClr val="B8B3C9"/>
                </a:solidFill>
                <a:latin typeface="Arial"/>
                <a:ea typeface="Arial"/>
                <a:cs typeface="Arial"/>
              </a:defRPr>
            </a:lvl7pPr>
            <a:lvl8pPr>
              <a:buNone/>
              <a:defRPr sz="1500" b="0">
                <a:solidFill>
                  <a:srgbClr val="B8B3C9"/>
                </a:solidFill>
                <a:latin typeface="Arial"/>
                <a:ea typeface="Arial"/>
                <a:cs typeface="Arial"/>
              </a:defRPr>
            </a:lvl8pPr>
            <a:lvl9pPr>
              <a:buNone/>
              <a:defRPr sz="1500" b="0">
                <a:solidFill>
                  <a:srgbClr val="B8B3C9"/>
                </a:solidFill>
                <a:latin typeface="Arial"/>
                <a:ea typeface="Arial"/>
                <a:cs typeface="Arial"/>
              </a:defRPr>
            </a:lvl9pPr>
          </a:lstStyle>
          <a:p xmlns:a="http://schemas.openxmlformats.org/drawingml/2006/main">
            <a:pPr>
              <a:buNone/>
              <a:defRPr sz="1500" b="0">
                <a:solidFill>
                  <a:srgbClr val="B8B3C9"/>
                </a:solidFill>
                <a:latin typeface="Arial"/>
                <a:ea typeface="Arial"/>
                <a:cs typeface="Arial"/>
              </a:defRPr>
            </a:pPr>
            <a:r>
              <a:rPr sz="1500" b="0">
                <a:solidFill>
                  <a:srgbClr val="B8B3C9"/>
                </a:solidFill>
                <a:latin typeface="Arial"/>
                <a:ea typeface="Arial"/>
                <a:cs typeface="Arial"/>
              </a:rPr>
              <a:t>FastAPI game rules</a:t>
            </a:r>
          </a:p>
        </p:txBody>
      </p:sp>
      <p:sp>
        <p:nvSpPr>
          <p:cNvPr id="10" name="">
            <a:extLst xmlns:a="http://schemas.openxmlformats.org/drawingml/2006/main">
              <a:ext uri="{FF2B5EF4-FFF2-40B4-BE49-F238E27FC236}">
                <a16:creationId xmlns:a16="http://schemas.microsoft.com/office/drawing/2014/main" id="{ABDAF0F9-38EC-4F28-83CC-120B3989F600}"/>
              </a:ext>
            </a:extLst>
          </p:cNvPr>
          <p:cNvSpPr>
            <a:spLocks xmlns:a="http://schemas.openxmlformats.org/drawingml/2006/main" noGrp="1"/>
          </p:cNvSpPr>
          <p:nvPr/>
        </p:nvSpPr>
        <p:spPr>
          <a:xfrm xmlns:a="http://schemas.openxmlformats.org/drawingml/2006/main">
            <a:off x="9048750" y="2857500"/>
            <a:ext cx="2571750" cy="1047750"/>
          </a:xfrm>
          <a:prstGeom xmlns:a="http://schemas.openxmlformats.org/drawingml/2006/main" prst="rect">
            <a:avLst/>
          </a:prstGeom>
          <a:solidFill xmlns:a="http://schemas.openxmlformats.org/drawingml/2006/main">
            <a:srgbClr val="191923"/>
          </a:solidFill>
          <a:ln xmlns:a="http://schemas.openxmlformats.org/drawingml/2006/main" w="14288">
            <a:solidFill>
              <a:srgbClr val="F7F3E9"/>
            </a:solidFill>
          </a:ln>
        </p:spPr>
      </p:sp>
      <p:sp>
        <p:nvSpPr>
          <p:cNvPr id="11" name="">
            <a:extLst xmlns:a="http://schemas.openxmlformats.org/drawingml/2006/main">
              <a:ext uri="{FF2B5EF4-FFF2-40B4-BE49-F238E27FC236}">
                <a16:creationId xmlns:a16="http://schemas.microsoft.com/office/drawing/2014/main" id="{937F2409-6D41-4FA8-A7C6-C7AE1BFB0B03}"/>
              </a:ext>
            </a:extLst>
          </p:cNvPr>
          <p:cNvSpPr>
            <a:spLocks xmlns:a="http://schemas.openxmlformats.org/drawingml/2006/main" noGrp="1"/>
          </p:cNvSpPr>
          <p:nvPr/>
        </p:nvSpPr>
        <p:spPr>
          <a:xfrm xmlns:a="http://schemas.openxmlformats.org/drawingml/2006/main">
            <a:off x="9201150" y="3000375"/>
            <a:ext cx="2266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950" b="1">
                <a:solidFill>
                  <a:srgbClr val="F7F3E9"/>
                </a:solidFill>
                <a:latin typeface="Arial"/>
                <a:ea typeface="Arial"/>
                <a:cs typeface="Arial"/>
              </a:defRPr>
            </a:lvl1pPr>
            <a:lvl2pPr>
              <a:buNone/>
              <a:defRPr sz="1950" b="1">
                <a:solidFill>
                  <a:srgbClr val="F7F3E9"/>
                </a:solidFill>
                <a:latin typeface="Arial"/>
                <a:ea typeface="Arial"/>
                <a:cs typeface="Arial"/>
              </a:defRPr>
            </a:lvl2pPr>
            <a:lvl3pPr>
              <a:buNone/>
              <a:defRPr sz="1950" b="1">
                <a:solidFill>
                  <a:srgbClr val="F7F3E9"/>
                </a:solidFill>
                <a:latin typeface="Arial"/>
                <a:ea typeface="Arial"/>
                <a:cs typeface="Arial"/>
              </a:defRPr>
            </a:lvl3pPr>
            <a:lvl4pPr>
              <a:buNone/>
              <a:defRPr sz="1950" b="1">
                <a:solidFill>
                  <a:srgbClr val="F7F3E9"/>
                </a:solidFill>
                <a:latin typeface="Arial"/>
                <a:ea typeface="Arial"/>
                <a:cs typeface="Arial"/>
              </a:defRPr>
            </a:lvl4pPr>
            <a:lvl5pPr>
              <a:buNone/>
              <a:defRPr sz="1950" b="1">
                <a:solidFill>
                  <a:srgbClr val="F7F3E9"/>
                </a:solidFill>
                <a:latin typeface="Arial"/>
                <a:ea typeface="Arial"/>
                <a:cs typeface="Arial"/>
              </a:defRPr>
            </a:lvl5pPr>
            <a:lvl6pPr>
              <a:buNone/>
              <a:defRPr sz="1950" b="1">
                <a:solidFill>
                  <a:srgbClr val="F7F3E9"/>
                </a:solidFill>
                <a:latin typeface="Arial"/>
                <a:ea typeface="Arial"/>
                <a:cs typeface="Arial"/>
              </a:defRPr>
            </a:lvl6pPr>
            <a:lvl7pPr>
              <a:buNone/>
              <a:defRPr sz="1950" b="1">
                <a:solidFill>
                  <a:srgbClr val="F7F3E9"/>
                </a:solidFill>
                <a:latin typeface="Arial"/>
                <a:ea typeface="Arial"/>
                <a:cs typeface="Arial"/>
              </a:defRPr>
            </a:lvl7pPr>
            <a:lvl8pPr>
              <a:buNone/>
              <a:defRPr sz="1950" b="1">
                <a:solidFill>
                  <a:srgbClr val="F7F3E9"/>
                </a:solidFill>
                <a:latin typeface="Arial"/>
                <a:ea typeface="Arial"/>
                <a:cs typeface="Arial"/>
              </a:defRPr>
            </a:lvl8pPr>
            <a:lvl9pPr>
              <a:buNone/>
              <a:defRPr sz="1950" b="1">
                <a:solidFill>
                  <a:srgbClr val="F7F3E9"/>
                </a:solidFill>
                <a:latin typeface="Arial"/>
                <a:ea typeface="Arial"/>
                <a:cs typeface="Arial"/>
              </a:defRPr>
            </a:lvl9pPr>
          </a:lstStyle>
          <a:p xmlns:a="http://schemas.openxmlformats.org/drawingml/2006/main">
            <a:pPr>
              <a:buNone/>
              <a:defRPr sz="1950" b="1">
                <a:solidFill>
                  <a:srgbClr val="F7F3E9"/>
                </a:solidFill>
                <a:latin typeface="Arial"/>
                <a:ea typeface="Arial"/>
                <a:cs typeface="Arial"/>
              </a:defRPr>
            </a:pPr>
            <a:r>
              <a:rPr sz="1950" b="1">
                <a:solidFill>
                  <a:srgbClr val="F7F3E9"/>
                </a:solidFill>
                <a:latin typeface="Arial"/>
                <a:ea typeface="Arial"/>
                <a:cs typeface="Arial"/>
              </a:rPr>
              <a:t>AWS Bedrock</a:t>
            </a:r>
          </a:p>
        </p:txBody>
      </p:sp>
      <p:sp>
        <p:nvSpPr>
          <p:cNvPr id="12" name="">
            <a:extLst xmlns:a="http://schemas.openxmlformats.org/drawingml/2006/main">
              <a:ext uri="{FF2B5EF4-FFF2-40B4-BE49-F238E27FC236}">
                <a16:creationId xmlns:a16="http://schemas.microsoft.com/office/drawing/2014/main" id="{E857E5D7-FF3F-49BA-93D3-F7D3946B8F50}"/>
              </a:ext>
            </a:extLst>
          </p:cNvPr>
          <p:cNvSpPr>
            <a:spLocks xmlns:a="http://schemas.openxmlformats.org/drawingml/2006/main" noGrp="1"/>
          </p:cNvSpPr>
          <p:nvPr/>
        </p:nvSpPr>
        <p:spPr>
          <a:xfrm xmlns:a="http://schemas.openxmlformats.org/drawingml/2006/main">
            <a:off x="9201150" y="3400425"/>
            <a:ext cx="2266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500" b="0">
                <a:solidFill>
                  <a:srgbClr val="B8B3C9"/>
                </a:solidFill>
                <a:latin typeface="Arial"/>
                <a:ea typeface="Arial"/>
                <a:cs typeface="Arial"/>
              </a:defRPr>
            </a:lvl1pPr>
            <a:lvl2pPr>
              <a:buNone/>
              <a:defRPr sz="1500" b="0">
                <a:solidFill>
                  <a:srgbClr val="B8B3C9"/>
                </a:solidFill>
                <a:latin typeface="Arial"/>
                <a:ea typeface="Arial"/>
                <a:cs typeface="Arial"/>
              </a:defRPr>
            </a:lvl2pPr>
            <a:lvl3pPr>
              <a:buNone/>
              <a:defRPr sz="1500" b="0">
                <a:solidFill>
                  <a:srgbClr val="B8B3C9"/>
                </a:solidFill>
                <a:latin typeface="Arial"/>
                <a:ea typeface="Arial"/>
                <a:cs typeface="Arial"/>
              </a:defRPr>
            </a:lvl3pPr>
            <a:lvl4pPr>
              <a:buNone/>
              <a:defRPr sz="1500" b="0">
                <a:solidFill>
                  <a:srgbClr val="B8B3C9"/>
                </a:solidFill>
                <a:latin typeface="Arial"/>
                <a:ea typeface="Arial"/>
                <a:cs typeface="Arial"/>
              </a:defRPr>
            </a:lvl4pPr>
            <a:lvl5pPr>
              <a:buNone/>
              <a:defRPr sz="1500" b="0">
                <a:solidFill>
                  <a:srgbClr val="B8B3C9"/>
                </a:solidFill>
                <a:latin typeface="Arial"/>
                <a:ea typeface="Arial"/>
                <a:cs typeface="Arial"/>
              </a:defRPr>
            </a:lvl5pPr>
            <a:lvl6pPr>
              <a:buNone/>
              <a:defRPr sz="1500" b="0">
                <a:solidFill>
                  <a:srgbClr val="B8B3C9"/>
                </a:solidFill>
                <a:latin typeface="Arial"/>
                <a:ea typeface="Arial"/>
                <a:cs typeface="Arial"/>
              </a:defRPr>
            </a:lvl6pPr>
            <a:lvl7pPr>
              <a:buNone/>
              <a:defRPr sz="1500" b="0">
                <a:solidFill>
                  <a:srgbClr val="B8B3C9"/>
                </a:solidFill>
                <a:latin typeface="Arial"/>
                <a:ea typeface="Arial"/>
                <a:cs typeface="Arial"/>
              </a:defRPr>
            </a:lvl7pPr>
            <a:lvl8pPr>
              <a:buNone/>
              <a:defRPr sz="1500" b="0">
                <a:solidFill>
                  <a:srgbClr val="B8B3C9"/>
                </a:solidFill>
                <a:latin typeface="Arial"/>
                <a:ea typeface="Arial"/>
                <a:cs typeface="Arial"/>
              </a:defRPr>
            </a:lvl8pPr>
            <a:lvl9pPr>
              <a:buNone/>
              <a:defRPr sz="1500" b="0">
                <a:solidFill>
                  <a:srgbClr val="B8B3C9"/>
                </a:solidFill>
                <a:latin typeface="Arial"/>
                <a:ea typeface="Arial"/>
                <a:cs typeface="Arial"/>
              </a:defRPr>
            </a:lvl9pPr>
          </a:lstStyle>
          <a:p xmlns:a="http://schemas.openxmlformats.org/drawingml/2006/main">
            <a:pPr>
              <a:buNone/>
              <a:defRPr sz="1500" b="0">
                <a:solidFill>
                  <a:srgbClr val="B8B3C9"/>
                </a:solidFill>
                <a:latin typeface="Arial"/>
                <a:ea typeface="Arial"/>
                <a:cs typeface="Arial"/>
              </a:defRPr>
            </a:pPr>
            <a:r>
              <a:rPr sz="1500" b="0">
                <a:solidFill>
                  <a:srgbClr val="B8B3C9"/>
                </a:solidFill>
                <a:latin typeface="Arial"/>
                <a:ea typeface="Arial"/>
                <a:cs typeface="Arial"/>
              </a:rPr>
              <a:t>Claude decision + taunt</a:t>
            </a:r>
          </a:p>
        </p:txBody>
      </p:sp>
      <p:sp>
        <p:nvSpPr>
          <p:cNvPr id="13" name="">
            <a:extLst xmlns:a="http://schemas.openxmlformats.org/drawingml/2006/main">
              <a:ext uri="{FF2B5EF4-FFF2-40B4-BE49-F238E27FC236}">
                <a16:creationId xmlns:a16="http://schemas.microsoft.com/office/drawing/2014/main" id="{A4EB3197-D6BD-41A7-87C5-05BCE091E3DE}"/>
              </a:ext>
            </a:extLst>
          </p:cNvPr>
          <p:cNvSpPr>
            <a:spLocks xmlns:a="http://schemas.openxmlformats.org/drawingml/2006/main" noGrp="1"/>
          </p:cNvSpPr>
          <p:nvPr/>
        </p:nvSpPr>
        <p:spPr>
          <a:xfrm xmlns:a="http://schemas.openxmlformats.org/drawingml/2006/main">
            <a:off x="4572000" y="1524000"/>
            <a:ext cx="2857500" cy="952500"/>
          </a:xfrm>
          <a:prstGeom xmlns:a="http://schemas.openxmlformats.org/drawingml/2006/main" prst="rect">
            <a:avLst/>
          </a:prstGeom>
          <a:solidFill xmlns:a="http://schemas.openxmlformats.org/drawingml/2006/main">
            <a:srgbClr val="191923"/>
          </a:solidFill>
          <a:ln xmlns:a="http://schemas.openxmlformats.org/drawingml/2006/main" w="14288">
            <a:solidFill>
              <a:srgbClr val="D4FF60"/>
            </a:solidFill>
          </a:ln>
        </p:spPr>
      </p:sp>
      <p:sp>
        <p:nvSpPr>
          <p:cNvPr id="14" name="">
            <a:extLst xmlns:a="http://schemas.openxmlformats.org/drawingml/2006/main">
              <a:ext uri="{FF2B5EF4-FFF2-40B4-BE49-F238E27FC236}">
                <a16:creationId xmlns:a16="http://schemas.microsoft.com/office/drawing/2014/main" id="{3D0DF18D-D270-4FF3-9302-8FA24A19F96E}"/>
              </a:ext>
            </a:extLst>
          </p:cNvPr>
          <p:cNvSpPr>
            <a:spLocks xmlns:a="http://schemas.openxmlformats.org/drawingml/2006/main" noGrp="1"/>
          </p:cNvSpPr>
          <p:nvPr/>
        </p:nvSpPr>
        <p:spPr>
          <a:xfrm xmlns:a="http://schemas.openxmlformats.org/drawingml/2006/main">
            <a:off x="4724400" y="1666875"/>
            <a:ext cx="2552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950" b="1">
                <a:solidFill>
                  <a:srgbClr val="D4FF60"/>
                </a:solidFill>
                <a:latin typeface="Arial"/>
                <a:ea typeface="Arial"/>
                <a:cs typeface="Arial"/>
              </a:defRPr>
            </a:lvl1pPr>
            <a:lvl2pPr>
              <a:buNone/>
              <a:defRPr sz="1950" b="1">
                <a:solidFill>
                  <a:srgbClr val="D4FF60"/>
                </a:solidFill>
                <a:latin typeface="Arial"/>
                <a:ea typeface="Arial"/>
                <a:cs typeface="Arial"/>
              </a:defRPr>
            </a:lvl2pPr>
            <a:lvl3pPr>
              <a:buNone/>
              <a:defRPr sz="1950" b="1">
                <a:solidFill>
                  <a:srgbClr val="D4FF60"/>
                </a:solidFill>
                <a:latin typeface="Arial"/>
                <a:ea typeface="Arial"/>
                <a:cs typeface="Arial"/>
              </a:defRPr>
            </a:lvl3pPr>
            <a:lvl4pPr>
              <a:buNone/>
              <a:defRPr sz="1950" b="1">
                <a:solidFill>
                  <a:srgbClr val="D4FF60"/>
                </a:solidFill>
                <a:latin typeface="Arial"/>
                <a:ea typeface="Arial"/>
                <a:cs typeface="Arial"/>
              </a:defRPr>
            </a:lvl4pPr>
            <a:lvl5pPr>
              <a:buNone/>
              <a:defRPr sz="1950" b="1">
                <a:solidFill>
                  <a:srgbClr val="D4FF60"/>
                </a:solidFill>
                <a:latin typeface="Arial"/>
                <a:ea typeface="Arial"/>
                <a:cs typeface="Arial"/>
              </a:defRPr>
            </a:lvl5pPr>
            <a:lvl6pPr>
              <a:buNone/>
              <a:defRPr sz="1950" b="1">
                <a:solidFill>
                  <a:srgbClr val="D4FF60"/>
                </a:solidFill>
                <a:latin typeface="Arial"/>
                <a:ea typeface="Arial"/>
                <a:cs typeface="Arial"/>
              </a:defRPr>
            </a:lvl6pPr>
            <a:lvl7pPr>
              <a:buNone/>
              <a:defRPr sz="1950" b="1">
                <a:solidFill>
                  <a:srgbClr val="D4FF60"/>
                </a:solidFill>
                <a:latin typeface="Arial"/>
                <a:ea typeface="Arial"/>
                <a:cs typeface="Arial"/>
              </a:defRPr>
            </a:lvl7pPr>
            <a:lvl8pPr>
              <a:buNone/>
              <a:defRPr sz="1950" b="1">
                <a:solidFill>
                  <a:srgbClr val="D4FF60"/>
                </a:solidFill>
                <a:latin typeface="Arial"/>
                <a:ea typeface="Arial"/>
                <a:cs typeface="Arial"/>
              </a:defRPr>
            </a:lvl8pPr>
            <a:lvl9pPr>
              <a:buNone/>
              <a:defRPr sz="1950" b="1">
                <a:solidFill>
                  <a:srgbClr val="D4FF60"/>
                </a:solidFill>
                <a:latin typeface="Arial"/>
                <a:ea typeface="Arial"/>
                <a:cs typeface="Arial"/>
              </a:defRPr>
            </a:lvl9pPr>
          </a:lstStyle>
          <a:p xmlns:a="http://schemas.openxmlformats.org/drawingml/2006/main">
            <a:pPr>
              <a:buNone/>
              <a:defRPr sz="1950" b="1">
                <a:solidFill>
                  <a:srgbClr val="D4FF60"/>
                </a:solidFill>
                <a:latin typeface="Arial"/>
                <a:ea typeface="Arial"/>
                <a:cs typeface="Arial"/>
              </a:defRPr>
            </a:pPr>
            <a:r>
              <a:rPr sz="1950" b="1">
                <a:solidFill>
                  <a:srgbClr val="D4FF60"/>
                </a:solidFill>
                <a:latin typeface="Arial"/>
                <a:ea typeface="Arial"/>
                <a:cs typeface="Arial"/>
              </a:rPr>
              <a:t>SurrealDB</a:t>
            </a:r>
          </a:p>
        </p:txBody>
      </p:sp>
      <p:sp>
        <p:nvSpPr>
          <p:cNvPr id="15" name="">
            <a:extLst xmlns:a="http://schemas.openxmlformats.org/drawingml/2006/main">
              <a:ext uri="{FF2B5EF4-FFF2-40B4-BE49-F238E27FC236}">
                <a16:creationId xmlns:a16="http://schemas.microsoft.com/office/drawing/2014/main" id="{301BD8EA-3298-4225-AB8A-6C58F792AC2E}"/>
              </a:ext>
            </a:extLst>
          </p:cNvPr>
          <p:cNvSpPr>
            <a:spLocks xmlns:a="http://schemas.openxmlformats.org/drawingml/2006/main" noGrp="1"/>
          </p:cNvSpPr>
          <p:nvPr/>
        </p:nvSpPr>
        <p:spPr>
          <a:xfrm xmlns:a="http://schemas.openxmlformats.org/drawingml/2006/main">
            <a:off x="4724400" y="2066925"/>
            <a:ext cx="2552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500" b="0">
                <a:solidFill>
                  <a:srgbClr val="B8B3C9"/>
                </a:solidFill>
                <a:latin typeface="Arial"/>
                <a:ea typeface="Arial"/>
                <a:cs typeface="Arial"/>
              </a:defRPr>
            </a:lvl1pPr>
            <a:lvl2pPr>
              <a:buNone/>
              <a:defRPr sz="1500" b="0">
                <a:solidFill>
                  <a:srgbClr val="B8B3C9"/>
                </a:solidFill>
                <a:latin typeface="Arial"/>
                <a:ea typeface="Arial"/>
                <a:cs typeface="Arial"/>
              </a:defRPr>
            </a:lvl2pPr>
            <a:lvl3pPr>
              <a:buNone/>
              <a:defRPr sz="1500" b="0">
                <a:solidFill>
                  <a:srgbClr val="B8B3C9"/>
                </a:solidFill>
                <a:latin typeface="Arial"/>
                <a:ea typeface="Arial"/>
                <a:cs typeface="Arial"/>
              </a:defRPr>
            </a:lvl3pPr>
            <a:lvl4pPr>
              <a:buNone/>
              <a:defRPr sz="1500" b="0">
                <a:solidFill>
                  <a:srgbClr val="B8B3C9"/>
                </a:solidFill>
                <a:latin typeface="Arial"/>
                <a:ea typeface="Arial"/>
                <a:cs typeface="Arial"/>
              </a:defRPr>
            </a:lvl4pPr>
            <a:lvl5pPr>
              <a:buNone/>
              <a:defRPr sz="1500" b="0">
                <a:solidFill>
                  <a:srgbClr val="B8B3C9"/>
                </a:solidFill>
                <a:latin typeface="Arial"/>
                <a:ea typeface="Arial"/>
                <a:cs typeface="Arial"/>
              </a:defRPr>
            </a:lvl5pPr>
            <a:lvl6pPr>
              <a:buNone/>
              <a:defRPr sz="1500" b="0">
                <a:solidFill>
                  <a:srgbClr val="B8B3C9"/>
                </a:solidFill>
                <a:latin typeface="Arial"/>
                <a:ea typeface="Arial"/>
                <a:cs typeface="Arial"/>
              </a:defRPr>
            </a:lvl6pPr>
            <a:lvl7pPr>
              <a:buNone/>
              <a:defRPr sz="1500" b="0">
                <a:solidFill>
                  <a:srgbClr val="B8B3C9"/>
                </a:solidFill>
                <a:latin typeface="Arial"/>
                <a:ea typeface="Arial"/>
                <a:cs typeface="Arial"/>
              </a:defRPr>
            </a:lvl7pPr>
            <a:lvl8pPr>
              <a:buNone/>
              <a:defRPr sz="1500" b="0">
                <a:solidFill>
                  <a:srgbClr val="B8B3C9"/>
                </a:solidFill>
                <a:latin typeface="Arial"/>
                <a:ea typeface="Arial"/>
                <a:cs typeface="Arial"/>
              </a:defRPr>
            </a:lvl8pPr>
            <a:lvl9pPr>
              <a:buNone/>
              <a:defRPr sz="1500" b="0">
                <a:solidFill>
                  <a:srgbClr val="B8B3C9"/>
                </a:solidFill>
                <a:latin typeface="Arial"/>
                <a:ea typeface="Arial"/>
                <a:cs typeface="Arial"/>
              </a:defRPr>
            </a:lvl9pPr>
          </a:lstStyle>
          <a:p xmlns:a="http://schemas.openxmlformats.org/drawingml/2006/main">
            <a:pPr>
              <a:buNone/>
              <a:defRPr sz="1500" b="0">
                <a:solidFill>
                  <a:srgbClr val="B8B3C9"/>
                </a:solidFill>
                <a:latin typeface="Arial"/>
                <a:ea typeface="Arial"/>
                <a:cs typeface="Arial"/>
              </a:defRPr>
            </a:pPr>
            <a:r>
              <a:rPr sz="1500" b="0">
                <a:solidFill>
                  <a:srgbClr val="B8B3C9"/>
                </a:solidFill>
                <a:latin typeface="Arial"/>
                <a:ea typeface="Arial"/>
                <a:cs typeface="Arial"/>
              </a:rPr>
              <a:t>Matchup memory</a:t>
            </a:r>
          </a:p>
        </p:txBody>
      </p:sp>
      <p:sp>
        <p:nvSpPr>
          <p:cNvPr id="16" name="">
            <a:extLst xmlns:a="http://schemas.openxmlformats.org/drawingml/2006/main">
              <a:ext uri="{FF2B5EF4-FFF2-40B4-BE49-F238E27FC236}">
                <a16:creationId xmlns:a16="http://schemas.microsoft.com/office/drawing/2014/main" id="{BC125691-376D-492C-8498-C3BD376D2C2C}"/>
              </a:ext>
            </a:extLst>
          </p:cNvPr>
          <p:cNvSpPr>
            <a:spLocks xmlns:a="http://schemas.openxmlformats.org/drawingml/2006/main" noGrp="1"/>
          </p:cNvSpPr>
          <p:nvPr/>
        </p:nvSpPr>
        <p:spPr>
          <a:xfrm xmlns:a="http://schemas.openxmlformats.org/drawingml/2006/main">
            <a:off x="4572000" y="5095875"/>
            <a:ext cx="2857500" cy="952500"/>
          </a:xfrm>
          <a:prstGeom xmlns:a="http://schemas.openxmlformats.org/drawingml/2006/main" prst="rect">
            <a:avLst/>
          </a:prstGeom>
          <a:solidFill xmlns:a="http://schemas.openxmlformats.org/drawingml/2006/main">
            <a:srgbClr val="191923"/>
          </a:solidFill>
          <a:ln xmlns:a="http://schemas.openxmlformats.org/drawingml/2006/main" w="14288">
            <a:solidFill>
              <a:srgbClr val="F7F3E9"/>
            </a:solidFill>
          </a:ln>
        </p:spPr>
      </p:sp>
      <p:sp>
        <p:nvSpPr>
          <p:cNvPr id="17" name="">
            <a:extLst xmlns:a="http://schemas.openxmlformats.org/drawingml/2006/main">
              <a:ext uri="{FF2B5EF4-FFF2-40B4-BE49-F238E27FC236}">
                <a16:creationId xmlns:a16="http://schemas.microsoft.com/office/drawing/2014/main" id="{435D07B1-8972-404B-9682-09FE51300BDD}"/>
              </a:ext>
            </a:extLst>
          </p:cNvPr>
          <p:cNvSpPr>
            <a:spLocks xmlns:a="http://schemas.openxmlformats.org/drawingml/2006/main" noGrp="1"/>
          </p:cNvSpPr>
          <p:nvPr/>
        </p:nvSpPr>
        <p:spPr>
          <a:xfrm xmlns:a="http://schemas.openxmlformats.org/drawingml/2006/main">
            <a:off x="4724400" y="5238750"/>
            <a:ext cx="2552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950" b="1">
                <a:solidFill>
                  <a:srgbClr val="F7F3E9"/>
                </a:solidFill>
                <a:latin typeface="Arial"/>
                <a:ea typeface="Arial"/>
                <a:cs typeface="Arial"/>
              </a:defRPr>
            </a:lvl1pPr>
            <a:lvl2pPr>
              <a:buNone/>
              <a:defRPr sz="1950" b="1">
                <a:solidFill>
                  <a:srgbClr val="F7F3E9"/>
                </a:solidFill>
                <a:latin typeface="Arial"/>
                <a:ea typeface="Arial"/>
                <a:cs typeface="Arial"/>
              </a:defRPr>
            </a:lvl2pPr>
            <a:lvl3pPr>
              <a:buNone/>
              <a:defRPr sz="1950" b="1">
                <a:solidFill>
                  <a:srgbClr val="F7F3E9"/>
                </a:solidFill>
                <a:latin typeface="Arial"/>
                <a:ea typeface="Arial"/>
                <a:cs typeface="Arial"/>
              </a:defRPr>
            </a:lvl3pPr>
            <a:lvl4pPr>
              <a:buNone/>
              <a:defRPr sz="1950" b="1">
                <a:solidFill>
                  <a:srgbClr val="F7F3E9"/>
                </a:solidFill>
                <a:latin typeface="Arial"/>
                <a:ea typeface="Arial"/>
                <a:cs typeface="Arial"/>
              </a:defRPr>
            </a:lvl4pPr>
            <a:lvl5pPr>
              <a:buNone/>
              <a:defRPr sz="1950" b="1">
                <a:solidFill>
                  <a:srgbClr val="F7F3E9"/>
                </a:solidFill>
                <a:latin typeface="Arial"/>
                <a:ea typeface="Arial"/>
                <a:cs typeface="Arial"/>
              </a:defRPr>
            </a:lvl5pPr>
            <a:lvl6pPr>
              <a:buNone/>
              <a:defRPr sz="1950" b="1">
                <a:solidFill>
                  <a:srgbClr val="F7F3E9"/>
                </a:solidFill>
                <a:latin typeface="Arial"/>
                <a:ea typeface="Arial"/>
                <a:cs typeface="Arial"/>
              </a:defRPr>
            </a:lvl6pPr>
            <a:lvl7pPr>
              <a:buNone/>
              <a:defRPr sz="1950" b="1">
                <a:solidFill>
                  <a:srgbClr val="F7F3E9"/>
                </a:solidFill>
                <a:latin typeface="Arial"/>
                <a:ea typeface="Arial"/>
                <a:cs typeface="Arial"/>
              </a:defRPr>
            </a:lvl7pPr>
            <a:lvl8pPr>
              <a:buNone/>
              <a:defRPr sz="1950" b="1">
                <a:solidFill>
                  <a:srgbClr val="F7F3E9"/>
                </a:solidFill>
                <a:latin typeface="Arial"/>
                <a:ea typeface="Arial"/>
                <a:cs typeface="Arial"/>
              </a:defRPr>
            </a:lvl8pPr>
            <a:lvl9pPr>
              <a:buNone/>
              <a:defRPr sz="1950" b="1">
                <a:solidFill>
                  <a:srgbClr val="F7F3E9"/>
                </a:solidFill>
                <a:latin typeface="Arial"/>
                <a:ea typeface="Arial"/>
                <a:cs typeface="Arial"/>
              </a:defRPr>
            </a:lvl9pPr>
          </a:lstStyle>
          <a:p xmlns:a="http://schemas.openxmlformats.org/drawingml/2006/main">
            <a:pPr>
              <a:buNone/>
              <a:defRPr sz="1950" b="1">
                <a:solidFill>
                  <a:srgbClr val="F7F3E9"/>
                </a:solidFill>
                <a:latin typeface="Arial"/>
                <a:ea typeface="Arial"/>
                <a:cs typeface="Arial"/>
              </a:defRPr>
            </a:pPr>
            <a:r>
              <a:rPr sz="1950" b="1">
                <a:solidFill>
                  <a:srgbClr val="F7F3E9"/>
                </a:solidFill>
                <a:latin typeface="Arial"/>
                <a:ea typeface="Arial"/>
                <a:cs typeface="Arial"/>
              </a:rPr>
              <a:t>Arize AX</a:t>
            </a:r>
          </a:p>
        </p:txBody>
      </p:sp>
      <p:sp>
        <p:nvSpPr>
          <p:cNvPr id="18" name="">
            <a:extLst xmlns:a="http://schemas.openxmlformats.org/drawingml/2006/main">
              <a:ext uri="{FF2B5EF4-FFF2-40B4-BE49-F238E27FC236}">
                <a16:creationId xmlns:a16="http://schemas.microsoft.com/office/drawing/2014/main" id="{015F28B9-44A1-4309-894C-84038C668597}"/>
              </a:ext>
            </a:extLst>
          </p:cNvPr>
          <p:cNvSpPr>
            <a:spLocks xmlns:a="http://schemas.openxmlformats.org/drawingml/2006/main" noGrp="1"/>
          </p:cNvSpPr>
          <p:nvPr/>
        </p:nvSpPr>
        <p:spPr>
          <a:xfrm xmlns:a="http://schemas.openxmlformats.org/drawingml/2006/main">
            <a:off x="4724400" y="5638800"/>
            <a:ext cx="2552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500" b="0">
                <a:solidFill>
                  <a:srgbClr val="B8B3C9"/>
                </a:solidFill>
                <a:latin typeface="Arial"/>
                <a:ea typeface="Arial"/>
                <a:cs typeface="Arial"/>
              </a:defRPr>
            </a:lvl1pPr>
            <a:lvl2pPr>
              <a:buNone/>
              <a:defRPr sz="1500" b="0">
                <a:solidFill>
                  <a:srgbClr val="B8B3C9"/>
                </a:solidFill>
                <a:latin typeface="Arial"/>
                <a:ea typeface="Arial"/>
                <a:cs typeface="Arial"/>
              </a:defRPr>
            </a:lvl2pPr>
            <a:lvl3pPr>
              <a:buNone/>
              <a:defRPr sz="1500" b="0">
                <a:solidFill>
                  <a:srgbClr val="B8B3C9"/>
                </a:solidFill>
                <a:latin typeface="Arial"/>
                <a:ea typeface="Arial"/>
                <a:cs typeface="Arial"/>
              </a:defRPr>
            </a:lvl3pPr>
            <a:lvl4pPr>
              <a:buNone/>
              <a:defRPr sz="1500" b="0">
                <a:solidFill>
                  <a:srgbClr val="B8B3C9"/>
                </a:solidFill>
                <a:latin typeface="Arial"/>
                <a:ea typeface="Arial"/>
                <a:cs typeface="Arial"/>
              </a:defRPr>
            </a:lvl4pPr>
            <a:lvl5pPr>
              <a:buNone/>
              <a:defRPr sz="1500" b="0">
                <a:solidFill>
                  <a:srgbClr val="B8B3C9"/>
                </a:solidFill>
                <a:latin typeface="Arial"/>
                <a:ea typeface="Arial"/>
                <a:cs typeface="Arial"/>
              </a:defRPr>
            </a:lvl5pPr>
            <a:lvl6pPr>
              <a:buNone/>
              <a:defRPr sz="1500" b="0">
                <a:solidFill>
                  <a:srgbClr val="B8B3C9"/>
                </a:solidFill>
                <a:latin typeface="Arial"/>
                <a:ea typeface="Arial"/>
                <a:cs typeface="Arial"/>
              </a:defRPr>
            </a:lvl6pPr>
            <a:lvl7pPr>
              <a:buNone/>
              <a:defRPr sz="1500" b="0">
                <a:solidFill>
                  <a:srgbClr val="B8B3C9"/>
                </a:solidFill>
                <a:latin typeface="Arial"/>
                <a:ea typeface="Arial"/>
                <a:cs typeface="Arial"/>
              </a:defRPr>
            </a:lvl7pPr>
            <a:lvl8pPr>
              <a:buNone/>
              <a:defRPr sz="1500" b="0">
                <a:solidFill>
                  <a:srgbClr val="B8B3C9"/>
                </a:solidFill>
                <a:latin typeface="Arial"/>
                <a:ea typeface="Arial"/>
                <a:cs typeface="Arial"/>
              </a:defRPr>
            </a:lvl8pPr>
            <a:lvl9pPr>
              <a:buNone/>
              <a:defRPr sz="1500" b="0">
                <a:solidFill>
                  <a:srgbClr val="B8B3C9"/>
                </a:solidFill>
                <a:latin typeface="Arial"/>
                <a:ea typeface="Arial"/>
                <a:cs typeface="Arial"/>
              </a:defRPr>
            </a:lvl9pPr>
          </a:lstStyle>
          <a:p xmlns:a="http://schemas.openxmlformats.org/drawingml/2006/main">
            <a:pPr>
              <a:buNone/>
              <a:defRPr sz="1500" b="0">
                <a:solidFill>
                  <a:srgbClr val="B8B3C9"/>
                </a:solidFill>
                <a:latin typeface="Arial"/>
                <a:ea typeface="Arial"/>
                <a:cs typeface="Arial"/>
              </a:defRPr>
            </a:pPr>
            <a:r>
              <a:rPr sz="1500" b="0">
                <a:solidFill>
                  <a:srgbClr val="B8B3C9"/>
                </a:solidFill>
                <a:latin typeface="Arial"/>
                <a:ea typeface="Arial"/>
                <a:cs typeface="Arial"/>
              </a:rPr>
              <a:t>Match + turn traces</a:t>
            </a:r>
          </a:p>
        </p:txBody>
      </p:sp>
      <p:sp>
        <p:nvSpPr>
          <p:cNvPr id="19" name="">
            <a:extLst xmlns:a="http://schemas.openxmlformats.org/drawingml/2006/main">
              <a:ext uri="{FF2B5EF4-FFF2-40B4-BE49-F238E27FC236}">
                <a16:creationId xmlns:a16="http://schemas.microsoft.com/office/drawing/2014/main" id="{7E01699D-C0E9-44E7-9C8D-6C5A5682C5F5}"/>
              </a:ext>
            </a:extLst>
          </p:cNvPr>
          <p:cNvSpPr>
            <a:spLocks xmlns:a="http://schemas.openxmlformats.org/drawingml/2006/main" noGrp="1"/>
          </p:cNvSpPr>
          <p:nvPr/>
        </p:nvSpPr>
        <p:spPr>
          <a:xfrm xmlns:a="http://schemas.openxmlformats.org/drawingml/2006/main">
            <a:off x="571500" y="5095875"/>
            <a:ext cx="2571750" cy="952500"/>
          </a:xfrm>
          <a:prstGeom xmlns:a="http://schemas.openxmlformats.org/drawingml/2006/main" prst="rect">
            <a:avLst/>
          </a:prstGeom>
          <a:solidFill xmlns:a="http://schemas.openxmlformats.org/drawingml/2006/main">
            <a:srgbClr val="191923"/>
          </a:solidFill>
          <a:ln xmlns:a="http://schemas.openxmlformats.org/drawingml/2006/main" w="14288">
            <a:solidFill>
              <a:srgbClr val="FF76AE"/>
            </a:solidFill>
          </a:ln>
        </p:spPr>
      </p:sp>
      <p:sp>
        <p:nvSpPr>
          <p:cNvPr id="20" name="">
            <a:extLst xmlns:a="http://schemas.openxmlformats.org/drawingml/2006/main">
              <a:ext uri="{FF2B5EF4-FFF2-40B4-BE49-F238E27FC236}">
                <a16:creationId xmlns:a16="http://schemas.microsoft.com/office/drawing/2014/main" id="{36FD4660-4166-4DA7-B6B9-A3045D2CE0FE}"/>
              </a:ext>
            </a:extLst>
          </p:cNvPr>
          <p:cNvSpPr>
            <a:spLocks xmlns:a="http://schemas.openxmlformats.org/drawingml/2006/main" noGrp="1"/>
          </p:cNvSpPr>
          <p:nvPr/>
        </p:nvSpPr>
        <p:spPr>
          <a:xfrm xmlns:a="http://schemas.openxmlformats.org/drawingml/2006/main">
            <a:off x="723900" y="5238750"/>
            <a:ext cx="2266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950" b="1">
                <a:solidFill>
                  <a:srgbClr val="FF76AE"/>
                </a:solidFill>
                <a:latin typeface="Arial"/>
                <a:ea typeface="Arial"/>
                <a:cs typeface="Arial"/>
              </a:defRPr>
            </a:lvl1pPr>
            <a:lvl2pPr>
              <a:buNone/>
              <a:defRPr sz="1950" b="1">
                <a:solidFill>
                  <a:srgbClr val="FF76AE"/>
                </a:solidFill>
                <a:latin typeface="Arial"/>
                <a:ea typeface="Arial"/>
                <a:cs typeface="Arial"/>
              </a:defRPr>
            </a:lvl2pPr>
            <a:lvl3pPr>
              <a:buNone/>
              <a:defRPr sz="1950" b="1">
                <a:solidFill>
                  <a:srgbClr val="FF76AE"/>
                </a:solidFill>
                <a:latin typeface="Arial"/>
                <a:ea typeface="Arial"/>
                <a:cs typeface="Arial"/>
              </a:defRPr>
            </a:lvl3pPr>
            <a:lvl4pPr>
              <a:buNone/>
              <a:defRPr sz="1950" b="1">
                <a:solidFill>
                  <a:srgbClr val="FF76AE"/>
                </a:solidFill>
                <a:latin typeface="Arial"/>
                <a:ea typeface="Arial"/>
                <a:cs typeface="Arial"/>
              </a:defRPr>
            </a:lvl4pPr>
            <a:lvl5pPr>
              <a:buNone/>
              <a:defRPr sz="1950" b="1">
                <a:solidFill>
                  <a:srgbClr val="FF76AE"/>
                </a:solidFill>
                <a:latin typeface="Arial"/>
                <a:ea typeface="Arial"/>
                <a:cs typeface="Arial"/>
              </a:defRPr>
            </a:lvl5pPr>
            <a:lvl6pPr>
              <a:buNone/>
              <a:defRPr sz="1950" b="1">
                <a:solidFill>
                  <a:srgbClr val="FF76AE"/>
                </a:solidFill>
                <a:latin typeface="Arial"/>
                <a:ea typeface="Arial"/>
                <a:cs typeface="Arial"/>
              </a:defRPr>
            </a:lvl6pPr>
            <a:lvl7pPr>
              <a:buNone/>
              <a:defRPr sz="1950" b="1">
                <a:solidFill>
                  <a:srgbClr val="FF76AE"/>
                </a:solidFill>
                <a:latin typeface="Arial"/>
                <a:ea typeface="Arial"/>
                <a:cs typeface="Arial"/>
              </a:defRPr>
            </a:lvl7pPr>
            <a:lvl8pPr>
              <a:buNone/>
              <a:defRPr sz="1950" b="1">
                <a:solidFill>
                  <a:srgbClr val="FF76AE"/>
                </a:solidFill>
                <a:latin typeface="Arial"/>
                <a:ea typeface="Arial"/>
                <a:cs typeface="Arial"/>
              </a:defRPr>
            </a:lvl8pPr>
            <a:lvl9pPr>
              <a:buNone/>
              <a:defRPr sz="1950" b="1">
                <a:solidFill>
                  <a:srgbClr val="FF76AE"/>
                </a:solidFill>
                <a:latin typeface="Arial"/>
                <a:ea typeface="Arial"/>
                <a:cs typeface="Arial"/>
              </a:defRPr>
            </a:lvl9pPr>
          </a:lstStyle>
          <a:p xmlns:a="http://schemas.openxmlformats.org/drawingml/2006/main">
            <a:pPr>
              <a:buNone/>
              <a:defRPr sz="1950" b="1">
                <a:solidFill>
                  <a:srgbClr val="FF76AE"/>
                </a:solidFill>
                <a:latin typeface="Arial"/>
                <a:ea typeface="Arial"/>
                <a:cs typeface="Arial"/>
              </a:defRPr>
            </a:pPr>
            <a:r>
              <a:rPr sz="1950" b="1">
                <a:solidFill>
                  <a:srgbClr val="FF76AE"/>
                </a:solidFill>
                <a:latin typeface="Arial"/>
                <a:ea typeface="Arial"/>
                <a:cs typeface="Arial"/>
              </a:rPr>
              <a:t>ElevenLabs</a:t>
            </a:r>
          </a:p>
        </p:txBody>
      </p:sp>
      <p:sp>
        <p:nvSpPr>
          <p:cNvPr id="21" name="">
            <a:extLst xmlns:a="http://schemas.openxmlformats.org/drawingml/2006/main">
              <a:ext uri="{FF2B5EF4-FFF2-40B4-BE49-F238E27FC236}">
                <a16:creationId xmlns:a16="http://schemas.microsoft.com/office/drawing/2014/main" id="{1E7120BB-B7B6-4F94-B214-C2DF9B9317F3}"/>
              </a:ext>
            </a:extLst>
          </p:cNvPr>
          <p:cNvSpPr>
            <a:spLocks xmlns:a="http://schemas.openxmlformats.org/drawingml/2006/main" noGrp="1"/>
          </p:cNvSpPr>
          <p:nvPr/>
        </p:nvSpPr>
        <p:spPr>
          <a:xfrm xmlns:a="http://schemas.openxmlformats.org/drawingml/2006/main">
            <a:off x="723900" y="5638800"/>
            <a:ext cx="2266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500" b="0">
                <a:solidFill>
                  <a:srgbClr val="B8B3C9"/>
                </a:solidFill>
                <a:latin typeface="Arial"/>
                <a:ea typeface="Arial"/>
                <a:cs typeface="Arial"/>
              </a:defRPr>
            </a:lvl1pPr>
            <a:lvl2pPr>
              <a:buNone/>
              <a:defRPr sz="1500" b="0">
                <a:solidFill>
                  <a:srgbClr val="B8B3C9"/>
                </a:solidFill>
                <a:latin typeface="Arial"/>
                <a:ea typeface="Arial"/>
                <a:cs typeface="Arial"/>
              </a:defRPr>
            </a:lvl2pPr>
            <a:lvl3pPr>
              <a:buNone/>
              <a:defRPr sz="1500" b="0">
                <a:solidFill>
                  <a:srgbClr val="B8B3C9"/>
                </a:solidFill>
                <a:latin typeface="Arial"/>
                <a:ea typeface="Arial"/>
                <a:cs typeface="Arial"/>
              </a:defRPr>
            </a:lvl3pPr>
            <a:lvl4pPr>
              <a:buNone/>
              <a:defRPr sz="1500" b="0">
                <a:solidFill>
                  <a:srgbClr val="B8B3C9"/>
                </a:solidFill>
                <a:latin typeface="Arial"/>
                <a:ea typeface="Arial"/>
                <a:cs typeface="Arial"/>
              </a:defRPr>
            </a:lvl4pPr>
            <a:lvl5pPr>
              <a:buNone/>
              <a:defRPr sz="1500" b="0">
                <a:solidFill>
                  <a:srgbClr val="B8B3C9"/>
                </a:solidFill>
                <a:latin typeface="Arial"/>
                <a:ea typeface="Arial"/>
                <a:cs typeface="Arial"/>
              </a:defRPr>
            </a:lvl5pPr>
            <a:lvl6pPr>
              <a:buNone/>
              <a:defRPr sz="1500" b="0">
                <a:solidFill>
                  <a:srgbClr val="B8B3C9"/>
                </a:solidFill>
                <a:latin typeface="Arial"/>
                <a:ea typeface="Arial"/>
                <a:cs typeface="Arial"/>
              </a:defRPr>
            </a:lvl6pPr>
            <a:lvl7pPr>
              <a:buNone/>
              <a:defRPr sz="1500" b="0">
                <a:solidFill>
                  <a:srgbClr val="B8B3C9"/>
                </a:solidFill>
                <a:latin typeface="Arial"/>
                <a:ea typeface="Arial"/>
                <a:cs typeface="Arial"/>
              </a:defRPr>
            </a:lvl7pPr>
            <a:lvl8pPr>
              <a:buNone/>
              <a:defRPr sz="1500" b="0">
                <a:solidFill>
                  <a:srgbClr val="B8B3C9"/>
                </a:solidFill>
                <a:latin typeface="Arial"/>
                <a:ea typeface="Arial"/>
                <a:cs typeface="Arial"/>
              </a:defRPr>
            </a:lvl8pPr>
            <a:lvl9pPr>
              <a:buNone/>
              <a:defRPr sz="1500" b="0">
                <a:solidFill>
                  <a:srgbClr val="B8B3C9"/>
                </a:solidFill>
                <a:latin typeface="Arial"/>
                <a:ea typeface="Arial"/>
                <a:cs typeface="Arial"/>
              </a:defRPr>
            </a:lvl9pPr>
          </a:lstStyle>
          <a:p xmlns:a="http://schemas.openxmlformats.org/drawingml/2006/main">
            <a:pPr>
              <a:buNone/>
              <a:defRPr sz="1500" b="0">
                <a:solidFill>
                  <a:srgbClr val="B8B3C9"/>
                </a:solidFill>
                <a:latin typeface="Arial"/>
                <a:ea typeface="Arial"/>
                <a:cs typeface="Arial"/>
              </a:defRPr>
            </a:pPr>
            <a:r>
              <a:rPr sz="1500" b="0">
                <a:solidFill>
                  <a:srgbClr val="B8B3C9"/>
                </a:solidFill>
                <a:latin typeface="Arial"/>
                <a:ea typeface="Arial"/>
                <a:cs typeface="Arial"/>
              </a:rPr>
              <a:t>Speech generation</a:t>
            </a:r>
          </a:p>
        </p:txBody>
      </p:sp>
      <p:sp>
        <p:nvSpPr>
          <p:cNvPr id="27" name="">
            <a:extLst xmlns:a="http://schemas.openxmlformats.org/drawingml/2006/main">
              <a:ext uri="{FF2B5EF4-FFF2-40B4-BE49-F238E27FC236}">
                <a16:creationId xmlns:a16="http://schemas.microsoft.com/office/drawing/2014/main" id="{EB46BC05-510F-416C-8A4F-DCDEF7B99465}"/>
              </a:ext>
            </a:extLst>
          </p:cNvPr>
          <p:cNvSpPr>
            <a:spLocks xmlns:a="http://schemas.openxmlformats.org/drawingml/2006/main" noGrp="1"/>
          </p:cNvSpPr>
          <p:nvPr/>
        </p:nvSpPr>
        <p:spPr>
          <a:xfrm xmlns:a="http://schemas.openxmlformats.org/drawingml/2006/main">
            <a:off x="3181350" y="2524125"/>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350" b="0">
                <a:solidFill>
                  <a:srgbClr val="B8B3C9"/>
                </a:solidFill>
                <a:latin typeface="Arial"/>
                <a:ea typeface="Arial"/>
                <a:cs typeface="Arial"/>
              </a:defRPr>
            </a:lvl1pPr>
            <a:lvl2pPr>
              <a:buNone/>
              <a:defRPr sz="1350" b="0">
                <a:solidFill>
                  <a:srgbClr val="B8B3C9"/>
                </a:solidFill>
                <a:latin typeface="Arial"/>
                <a:ea typeface="Arial"/>
                <a:cs typeface="Arial"/>
              </a:defRPr>
            </a:lvl2pPr>
            <a:lvl3pPr>
              <a:buNone/>
              <a:defRPr sz="1350" b="0">
                <a:solidFill>
                  <a:srgbClr val="B8B3C9"/>
                </a:solidFill>
                <a:latin typeface="Arial"/>
                <a:ea typeface="Arial"/>
                <a:cs typeface="Arial"/>
              </a:defRPr>
            </a:lvl3pPr>
            <a:lvl4pPr>
              <a:buNone/>
              <a:defRPr sz="1350" b="0">
                <a:solidFill>
                  <a:srgbClr val="B8B3C9"/>
                </a:solidFill>
                <a:latin typeface="Arial"/>
                <a:ea typeface="Arial"/>
                <a:cs typeface="Arial"/>
              </a:defRPr>
            </a:lvl4pPr>
            <a:lvl5pPr>
              <a:buNone/>
              <a:defRPr sz="1350" b="0">
                <a:solidFill>
                  <a:srgbClr val="B8B3C9"/>
                </a:solidFill>
                <a:latin typeface="Arial"/>
                <a:ea typeface="Arial"/>
                <a:cs typeface="Arial"/>
              </a:defRPr>
            </a:lvl5pPr>
            <a:lvl6pPr>
              <a:buNone/>
              <a:defRPr sz="1350" b="0">
                <a:solidFill>
                  <a:srgbClr val="B8B3C9"/>
                </a:solidFill>
                <a:latin typeface="Arial"/>
                <a:ea typeface="Arial"/>
                <a:cs typeface="Arial"/>
              </a:defRPr>
            </a:lvl6pPr>
            <a:lvl7pPr>
              <a:buNone/>
              <a:defRPr sz="1350" b="0">
                <a:solidFill>
                  <a:srgbClr val="B8B3C9"/>
                </a:solidFill>
                <a:latin typeface="Arial"/>
                <a:ea typeface="Arial"/>
                <a:cs typeface="Arial"/>
              </a:defRPr>
            </a:lvl7pPr>
            <a:lvl8pPr>
              <a:buNone/>
              <a:defRPr sz="1350" b="0">
                <a:solidFill>
                  <a:srgbClr val="B8B3C9"/>
                </a:solidFill>
                <a:latin typeface="Arial"/>
                <a:ea typeface="Arial"/>
                <a:cs typeface="Arial"/>
              </a:defRPr>
            </a:lvl8pPr>
            <a:lvl9pPr>
              <a:buNone/>
              <a:defRPr sz="1350" b="0">
                <a:solidFill>
                  <a:srgbClr val="B8B3C9"/>
                </a:solidFill>
                <a:latin typeface="Arial"/>
                <a:ea typeface="Arial"/>
                <a:cs typeface="Arial"/>
              </a:defRPr>
            </a:lvl9pPr>
          </a:lstStyle>
          <a:p xmlns:a="http://schemas.openxmlformats.org/drawingml/2006/main">
            <a:pPr>
              <a:buNone/>
              <a:defRPr sz="1350" b="0">
                <a:solidFill>
                  <a:srgbClr val="B8B3C9"/>
                </a:solidFill>
                <a:latin typeface="Arial"/>
                <a:ea typeface="Arial"/>
                <a:cs typeface="Arial"/>
              </a:defRPr>
            </a:pPr>
            <a:r>
              <a:rPr sz="1350" b="0">
                <a:solidFill>
                  <a:srgbClr val="B8B3C9"/>
                </a:solidFill>
                <a:latin typeface="Arial"/>
                <a:ea typeface="Arial"/>
                <a:cs typeface="Arial"/>
              </a:rPr>
              <a:t>State / moves</a:t>
            </a:r>
          </a:p>
        </p:txBody>
      </p:sp>
      <p:sp>
        <p:nvSpPr>
          <p:cNvPr id="28" name="">
            <a:extLst xmlns:a="http://schemas.openxmlformats.org/drawingml/2006/main">
              <a:ext uri="{FF2B5EF4-FFF2-40B4-BE49-F238E27FC236}">
                <a16:creationId xmlns:a16="http://schemas.microsoft.com/office/drawing/2014/main" id="{F90D4441-2546-4AA1-AD5E-4D29074B0531}"/>
              </a:ext>
            </a:extLst>
          </p:cNvPr>
          <p:cNvSpPr>
            <a:spLocks xmlns:a="http://schemas.openxmlformats.org/drawingml/2006/main" noGrp="1"/>
          </p:cNvSpPr>
          <p:nvPr/>
        </p:nvSpPr>
        <p:spPr>
          <a:xfrm xmlns:a="http://schemas.openxmlformats.org/drawingml/2006/main">
            <a:off x="7562850" y="2524125"/>
            <a:ext cx="1476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350" b="0">
                <a:solidFill>
                  <a:srgbClr val="B8B3C9"/>
                </a:solidFill>
                <a:latin typeface="Arial"/>
                <a:ea typeface="Arial"/>
                <a:cs typeface="Arial"/>
              </a:defRPr>
            </a:lvl1pPr>
            <a:lvl2pPr>
              <a:buNone/>
              <a:defRPr sz="1350" b="0">
                <a:solidFill>
                  <a:srgbClr val="B8B3C9"/>
                </a:solidFill>
                <a:latin typeface="Arial"/>
                <a:ea typeface="Arial"/>
                <a:cs typeface="Arial"/>
              </a:defRPr>
            </a:lvl2pPr>
            <a:lvl3pPr>
              <a:buNone/>
              <a:defRPr sz="1350" b="0">
                <a:solidFill>
                  <a:srgbClr val="B8B3C9"/>
                </a:solidFill>
                <a:latin typeface="Arial"/>
                <a:ea typeface="Arial"/>
                <a:cs typeface="Arial"/>
              </a:defRPr>
            </a:lvl3pPr>
            <a:lvl4pPr>
              <a:buNone/>
              <a:defRPr sz="1350" b="0">
                <a:solidFill>
                  <a:srgbClr val="B8B3C9"/>
                </a:solidFill>
                <a:latin typeface="Arial"/>
                <a:ea typeface="Arial"/>
                <a:cs typeface="Arial"/>
              </a:defRPr>
            </a:lvl4pPr>
            <a:lvl5pPr>
              <a:buNone/>
              <a:defRPr sz="1350" b="0">
                <a:solidFill>
                  <a:srgbClr val="B8B3C9"/>
                </a:solidFill>
                <a:latin typeface="Arial"/>
                <a:ea typeface="Arial"/>
                <a:cs typeface="Arial"/>
              </a:defRPr>
            </a:lvl5pPr>
            <a:lvl6pPr>
              <a:buNone/>
              <a:defRPr sz="1350" b="0">
                <a:solidFill>
                  <a:srgbClr val="B8B3C9"/>
                </a:solidFill>
                <a:latin typeface="Arial"/>
                <a:ea typeface="Arial"/>
                <a:cs typeface="Arial"/>
              </a:defRPr>
            </a:lvl6pPr>
            <a:lvl7pPr>
              <a:buNone/>
              <a:defRPr sz="1350" b="0">
                <a:solidFill>
                  <a:srgbClr val="B8B3C9"/>
                </a:solidFill>
                <a:latin typeface="Arial"/>
                <a:ea typeface="Arial"/>
                <a:cs typeface="Arial"/>
              </a:defRPr>
            </a:lvl7pPr>
            <a:lvl8pPr>
              <a:buNone/>
              <a:defRPr sz="1350" b="0">
                <a:solidFill>
                  <a:srgbClr val="B8B3C9"/>
                </a:solidFill>
                <a:latin typeface="Arial"/>
                <a:ea typeface="Arial"/>
                <a:cs typeface="Arial"/>
              </a:defRPr>
            </a:lvl8pPr>
            <a:lvl9pPr>
              <a:buNone/>
              <a:defRPr sz="1350" b="0">
                <a:solidFill>
                  <a:srgbClr val="B8B3C9"/>
                </a:solidFill>
                <a:latin typeface="Arial"/>
                <a:ea typeface="Arial"/>
                <a:cs typeface="Arial"/>
              </a:defRPr>
            </a:lvl9pPr>
          </a:lstStyle>
          <a:p xmlns:a="http://schemas.openxmlformats.org/drawingml/2006/main">
            <a:pPr>
              <a:buNone/>
              <a:defRPr sz="1350" b="0">
                <a:solidFill>
                  <a:srgbClr val="B8B3C9"/>
                </a:solidFill>
                <a:latin typeface="Arial"/>
                <a:ea typeface="Arial"/>
                <a:cs typeface="Arial"/>
              </a:defRPr>
            </a:pPr>
            <a:r>
              <a:rPr sz="1350" b="0">
                <a:solidFill>
                  <a:srgbClr val="B8B3C9"/>
                </a:solidFill>
                <a:latin typeface="Arial"/>
                <a:ea typeface="Arial"/>
                <a:cs typeface="Arial"/>
              </a:rPr>
              <a:t>Prompt / output</a:t>
            </a:r>
          </a:p>
        </p:txBody>
      </p:sp>
      <p:sp>
        <p:nvSpPr>
          <p:cNvPr id="29" name="">
            <a:extLst xmlns:a="http://schemas.openxmlformats.org/drawingml/2006/main">
              <a:ext uri="{FF2B5EF4-FFF2-40B4-BE49-F238E27FC236}">
                <a16:creationId xmlns:a16="http://schemas.microsoft.com/office/drawing/2014/main" id="{CE4144EA-93E2-44ED-B831-8ABD79147DD8}"/>
              </a:ext>
            </a:extLst>
          </p:cNvPr>
          <p:cNvSpPr>
            <a:spLocks xmlns:a="http://schemas.openxmlformats.org/drawingml/2006/main" noGrp="1"/>
          </p:cNvSpPr>
          <p:nvPr/>
        </p:nvSpPr>
        <p:spPr>
          <a:xfrm xmlns:a="http://schemas.openxmlformats.org/drawingml/2006/main">
            <a:off x="7658100" y="1876425"/>
            <a:ext cx="3905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575" b="0">
                <a:solidFill>
                  <a:srgbClr val="D4FF60"/>
                </a:solidFill>
                <a:latin typeface="Arial"/>
                <a:ea typeface="Arial"/>
                <a:cs typeface="Arial"/>
              </a:defRPr>
            </a:lvl1pPr>
            <a:lvl2pPr>
              <a:buNone/>
              <a:defRPr sz="1575" b="0">
                <a:solidFill>
                  <a:srgbClr val="D4FF60"/>
                </a:solidFill>
                <a:latin typeface="Arial"/>
                <a:ea typeface="Arial"/>
                <a:cs typeface="Arial"/>
              </a:defRPr>
            </a:lvl2pPr>
            <a:lvl3pPr>
              <a:buNone/>
              <a:defRPr sz="1575" b="0">
                <a:solidFill>
                  <a:srgbClr val="D4FF60"/>
                </a:solidFill>
                <a:latin typeface="Arial"/>
                <a:ea typeface="Arial"/>
                <a:cs typeface="Arial"/>
              </a:defRPr>
            </a:lvl3pPr>
            <a:lvl4pPr>
              <a:buNone/>
              <a:defRPr sz="1575" b="0">
                <a:solidFill>
                  <a:srgbClr val="D4FF60"/>
                </a:solidFill>
                <a:latin typeface="Arial"/>
                <a:ea typeface="Arial"/>
                <a:cs typeface="Arial"/>
              </a:defRPr>
            </a:lvl4pPr>
            <a:lvl5pPr>
              <a:buNone/>
              <a:defRPr sz="1575" b="0">
                <a:solidFill>
                  <a:srgbClr val="D4FF60"/>
                </a:solidFill>
                <a:latin typeface="Arial"/>
                <a:ea typeface="Arial"/>
                <a:cs typeface="Arial"/>
              </a:defRPr>
            </a:lvl5pPr>
            <a:lvl6pPr>
              <a:buNone/>
              <a:defRPr sz="1575" b="0">
                <a:solidFill>
                  <a:srgbClr val="D4FF60"/>
                </a:solidFill>
                <a:latin typeface="Arial"/>
                <a:ea typeface="Arial"/>
                <a:cs typeface="Arial"/>
              </a:defRPr>
            </a:lvl6pPr>
            <a:lvl7pPr>
              <a:buNone/>
              <a:defRPr sz="1575" b="0">
                <a:solidFill>
                  <a:srgbClr val="D4FF60"/>
                </a:solidFill>
                <a:latin typeface="Arial"/>
                <a:ea typeface="Arial"/>
                <a:cs typeface="Arial"/>
              </a:defRPr>
            </a:lvl7pPr>
            <a:lvl8pPr>
              <a:buNone/>
              <a:defRPr sz="1575" b="0">
                <a:solidFill>
                  <a:srgbClr val="D4FF60"/>
                </a:solidFill>
                <a:latin typeface="Arial"/>
                <a:ea typeface="Arial"/>
                <a:cs typeface="Arial"/>
              </a:defRPr>
            </a:lvl8pPr>
            <a:lvl9pPr>
              <a:buNone/>
              <a:defRPr sz="1575" b="0">
                <a:solidFill>
                  <a:srgbClr val="D4FF60"/>
                </a:solidFill>
                <a:latin typeface="Arial"/>
                <a:ea typeface="Arial"/>
                <a:cs typeface="Arial"/>
              </a:defRPr>
            </a:lvl9pPr>
          </a:lstStyle>
          <a:p xmlns:a="http://schemas.openxmlformats.org/drawingml/2006/main">
            <a:pPr>
              <a:buNone/>
              <a:defRPr sz="1575" b="0">
                <a:solidFill>
                  <a:srgbClr val="D4FF60"/>
                </a:solidFill>
                <a:latin typeface="Arial"/>
                <a:ea typeface="Arial"/>
                <a:cs typeface="Arial"/>
              </a:defRPr>
            </a:pPr>
            <a:r>
              <a:rPr sz="1575" b="0">
                <a:solidFill>
                  <a:srgbClr val="D4FF60"/>
                </a:solidFill>
                <a:latin typeface="Arial"/>
                <a:ea typeface="Arial"/>
                <a:cs typeface="Arial"/>
              </a:rPr>
              <a:t>Read at start; write at end</a:t>
            </a:r>
          </a:p>
        </p:txBody>
      </p:sp>
      <p:sp>
        <p:nvSpPr>
          <p:cNvPr id="30" name="">
            <a:extLst xmlns:a="http://schemas.openxmlformats.org/drawingml/2006/main">
              <a:ext uri="{FF2B5EF4-FFF2-40B4-BE49-F238E27FC236}">
                <a16:creationId xmlns:a16="http://schemas.microsoft.com/office/drawing/2014/main" id="{DE03C11A-BA93-4D18-84A5-20D977CC1847}"/>
              </a:ext>
            </a:extLst>
          </p:cNvPr>
          <p:cNvSpPr>
            <a:spLocks xmlns:a="http://schemas.openxmlformats.org/drawingml/2006/main" noGrp="1"/>
          </p:cNvSpPr>
          <p:nvPr/>
        </p:nvSpPr>
        <p:spPr>
          <a:xfrm xmlns:a="http://schemas.openxmlformats.org/drawingml/2006/main">
            <a:off x="704850" y="4400550"/>
            <a:ext cx="2171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500" b="0">
                <a:solidFill>
                  <a:srgbClr val="FF76AE"/>
                </a:solidFill>
                <a:latin typeface="Arial"/>
                <a:ea typeface="Arial"/>
                <a:cs typeface="Arial"/>
              </a:defRPr>
            </a:lvl1pPr>
            <a:lvl2pPr>
              <a:buNone/>
              <a:defRPr sz="1500" b="0">
                <a:solidFill>
                  <a:srgbClr val="FF76AE"/>
                </a:solidFill>
                <a:latin typeface="Arial"/>
                <a:ea typeface="Arial"/>
                <a:cs typeface="Arial"/>
              </a:defRPr>
            </a:lvl2pPr>
            <a:lvl3pPr>
              <a:buNone/>
              <a:defRPr sz="1500" b="0">
                <a:solidFill>
                  <a:srgbClr val="FF76AE"/>
                </a:solidFill>
                <a:latin typeface="Arial"/>
                <a:ea typeface="Arial"/>
                <a:cs typeface="Arial"/>
              </a:defRPr>
            </a:lvl3pPr>
            <a:lvl4pPr>
              <a:buNone/>
              <a:defRPr sz="1500" b="0">
                <a:solidFill>
                  <a:srgbClr val="FF76AE"/>
                </a:solidFill>
                <a:latin typeface="Arial"/>
                <a:ea typeface="Arial"/>
                <a:cs typeface="Arial"/>
              </a:defRPr>
            </a:lvl4pPr>
            <a:lvl5pPr>
              <a:buNone/>
              <a:defRPr sz="1500" b="0">
                <a:solidFill>
                  <a:srgbClr val="FF76AE"/>
                </a:solidFill>
                <a:latin typeface="Arial"/>
                <a:ea typeface="Arial"/>
                <a:cs typeface="Arial"/>
              </a:defRPr>
            </a:lvl5pPr>
            <a:lvl6pPr>
              <a:buNone/>
              <a:defRPr sz="1500" b="0">
                <a:solidFill>
                  <a:srgbClr val="FF76AE"/>
                </a:solidFill>
                <a:latin typeface="Arial"/>
                <a:ea typeface="Arial"/>
                <a:cs typeface="Arial"/>
              </a:defRPr>
            </a:lvl6pPr>
            <a:lvl7pPr>
              <a:buNone/>
              <a:defRPr sz="1500" b="0">
                <a:solidFill>
                  <a:srgbClr val="FF76AE"/>
                </a:solidFill>
                <a:latin typeface="Arial"/>
                <a:ea typeface="Arial"/>
                <a:cs typeface="Arial"/>
              </a:defRPr>
            </a:lvl7pPr>
            <a:lvl8pPr>
              <a:buNone/>
              <a:defRPr sz="1500" b="0">
                <a:solidFill>
                  <a:srgbClr val="FF76AE"/>
                </a:solidFill>
                <a:latin typeface="Arial"/>
                <a:ea typeface="Arial"/>
                <a:cs typeface="Arial"/>
              </a:defRPr>
            </a:lvl8pPr>
            <a:lvl9pPr>
              <a:buNone/>
              <a:defRPr sz="1500" b="0">
                <a:solidFill>
                  <a:srgbClr val="FF76AE"/>
                </a:solidFill>
                <a:latin typeface="Arial"/>
                <a:ea typeface="Arial"/>
                <a:cs typeface="Arial"/>
              </a:defRPr>
            </a:lvl9pPr>
          </a:lstStyle>
          <a:p xmlns:a="http://schemas.openxmlformats.org/drawingml/2006/main">
            <a:pPr>
              <a:buNone/>
              <a:defRPr sz="1500" b="0">
                <a:solidFill>
                  <a:srgbClr val="FF76AE"/>
                </a:solidFill>
                <a:latin typeface="Arial"/>
                <a:ea typeface="Arial"/>
                <a:cs typeface="Arial"/>
              </a:defRPr>
            </a:pPr>
            <a:r>
              <a:rPr sz="1500" b="0">
                <a:solidFill>
                  <a:srgbClr val="FF76AE"/>
                </a:solidFill>
                <a:latin typeface="Arial"/>
                <a:ea typeface="Arial"/>
                <a:cs typeface="Arial"/>
              </a:rPr>
              <a:t>Text / audio</a:t>
            </a:r>
          </a:p>
        </p:txBody>
      </p:sp>
      <p:sp>
        <p:nvSpPr>
          <p:cNvPr id="31" name="">
            <a:extLst xmlns:a="http://schemas.openxmlformats.org/drawingml/2006/main">
              <a:ext uri="{FF2B5EF4-FFF2-40B4-BE49-F238E27FC236}">
                <a16:creationId xmlns:a16="http://schemas.microsoft.com/office/drawing/2014/main" id="{AC5EE172-18D9-4C58-BDB1-0403586CD344}"/>
              </a:ext>
            </a:extLst>
          </p:cNvPr>
          <p:cNvSpPr>
            <a:spLocks xmlns:a="http://schemas.openxmlformats.org/drawingml/2006/main" noGrp="1"/>
          </p:cNvSpPr>
          <p:nvPr/>
        </p:nvSpPr>
        <p:spPr>
          <a:xfrm xmlns:a="http://schemas.openxmlformats.org/drawingml/2006/main">
            <a:off x="6200775" y="4438650"/>
            <a:ext cx="2533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500" b="0">
                <a:solidFill>
                  <a:srgbClr val="B8B3C9"/>
                </a:solidFill>
                <a:latin typeface="Arial"/>
                <a:ea typeface="Arial"/>
                <a:cs typeface="Arial"/>
              </a:defRPr>
            </a:lvl1pPr>
            <a:lvl2pPr>
              <a:buNone/>
              <a:defRPr sz="1500" b="0">
                <a:solidFill>
                  <a:srgbClr val="B8B3C9"/>
                </a:solidFill>
                <a:latin typeface="Arial"/>
                <a:ea typeface="Arial"/>
                <a:cs typeface="Arial"/>
              </a:defRPr>
            </a:lvl2pPr>
            <a:lvl3pPr>
              <a:buNone/>
              <a:defRPr sz="1500" b="0">
                <a:solidFill>
                  <a:srgbClr val="B8B3C9"/>
                </a:solidFill>
                <a:latin typeface="Arial"/>
                <a:ea typeface="Arial"/>
                <a:cs typeface="Arial"/>
              </a:defRPr>
            </a:lvl3pPr>
            <a:lvl4pPr>
              <a:buNone/>
              <a:defRPr sz="1500" b="0">
                <a:solidFill>
                  <a:srgbClr val="B8B3C9"/>
                </a:solidFill>
                <a:latin typeface="Arial"/>
                <a:ea typeface="Arial"/>
                <a:cs typeface="Arial"/>
              </a:defRPr>
            </a:lvl4pPr>
            <a:lvl5pPr>
              <a:buNone/>
              <a:defRPr sz="1500" b="0">
                <a:solidFill>
                  <a:srgbClr val="B8B3C9"/>
                </a:solidFill>
                <a:latin typeface="Arial"/>
                <a:ea typeface="Arial"/>
                <a:cs typeface="Arial"/>
              </a:defRPr>
            </a:lvl5pPr>
            <a:lvl6pPr>
              <a:buNone/>
              <a:defRPr sz="1500" b="0">
                <a:solidFill>
                  <a:srgbClr val="B8B3C9"/>
                </a:solidFill>
                <a:latin typeface="Arial"/>
                <a:ea typeface="Arial"/>
                <a:cs typeface="Arial"/>
              </a:defRPr>
            </a:lvl6pPr>
            <a:lvl7pPr>
              <a:buNone/>
              <a:defRPr sz="1500" b="0">
                <a:solidFill>
                  <a:srgbClr val="B8B3C9"/>
                </a:solidFill>
                <a:latin typeface="Arial"/>
                <a:ea typeface="Arial"/>
                <a:cs typeface="Arial"/>
              </a:defRPr>
            </a:lvl7pPr>
            <a:lvl8pPr>
              <a:buNone/>
              <a:defRPr sz="1500" b="0">
                <a:solidFill>
                  <a:srgbClr val="B8B3C9"/>
                </a:solidFill>
                <a:latin typeface="Arial"/>
                <a:ea typeface="Arial"/>
                <a:cs typeface="Arial"/>
              </a:defRPr>
            </a:lvl8pPr>
            <a:lvl9pPr>
              <a:buNone/>
              <a:defRPr sz="1500" b="0">
                <a:solidFill>
                  <a:srgbClr val="B8B3C9"/>
                </a:solidFill>
                <a:latin typeface="Arial"/>
                <a:ea typeface="Arial"/>
                <a:cs typeface="Arial"/>
              </a:defRPr>
            </a:lvl9pPr>
          </a:lstStyle>
          <a:p xmlns:a="http://schemas.openxmlformats.org/drawingml/2006/main">
            <a:pPr>
              <a:buNone/>
              <a:defRPr sz="1500" b="0">
                <a:solidFill>
                  <a:srgbClr val="B8B3C9"/>
                </a:solidFill>
                <a:latin typeface="Arial"/>
                <a:ea typeface="Arial"/>
                <a:cs typeface="Arial"/>
              </a:defRPr>
            </a:pPr>
            <a:r>
              <a:rPr sz="1500" b="0">
                <a:solidFill>
                  <a:srgbClr val="B8B3C9"/>
                </a:solidFill>
                <a:latin typeface="Arial"/>
                <a:ea typeface="Arial"/>
                <a:cs typeface="Arial"/>
              </a:rPr>
              <a:t>Decision logs</a:t>
            </a:r>
          </a:p>
        </p:txBody>
      </p:sp>
    </p:spTree>
    <p:extLst>
      <p:ext uri="{BB962C8B-B14F-4D97-AF65-F5344CB8AC3E}">
        <p14:creationId xmlns:p14="http://schemas.microsoft.com/office/powerpoint/2010/main" val="1738373245"/>
      </p:ext>
    </p:extLst>
  </p:cSld>
</p:sld>
</file>

<file path=ppt/slides/slide5.xml><?xml version="1.0" encoding="utf-8"?>
<p:sld xmlns:p="http://schemas.openxmlformats.org/presentationml/2006/main">
  <p:cSld>
    <p:bg>
      <p:bgPr>
        <a:solidFill xmlns:a="http://schemas.openxmlformats.org/drawingml/2006/main">
          <a:srgbClr val="10101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87943CF-1945-4EC4-A5BE-8C708C5B2939}"/>
              </a:ext>
            </a:extLst>
          </p:cNvPr>
          <p:cNvSpPr>
            <a:spLocks xmlns:a="http://schemas.openxmlformats.org/drawingml/2006/main" noGrp="1"/>
          </p:cNvSpPr>
          <p:nvPr/>
        </p:nvSpPr>
        <p:spPr>
          <a:xfrm xmlns:a="http://schemas.openxmlformats.org/drawingml/2006/main">
            <a:off x="552450" y="2857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200" b="1">
                <a:solidFill>
                  <a:srgbClr val="D4FF60"/>
                </a:solidFill>
                <a:latin typeface="Arial"/>
                <a:ea typeface="Arial"/>
                <a:cs typeface="Arial"/>
              </a:defRPr>
            </a:lvl1pPr>
            <a:lvl2pPr>
              <a:buNone/>
              <a:defRPr sz="1200" b="1">
                <a:solidFill>
                  <a:srgbClr val="D4FF60"/>
                </a:solidFill>
                <a:latin typeface="Arial"/>
                <a:ea typeface="Arial"/>
                <a:cs typeface="Arial"/>
              </a:defRPr>
            </a:lvl2pPr>
            <a:lvl3pPr>
              <a:buNone/>
              <a:defRPr sz="1200" b="1">
                <a:solidFill>
                  <a:srgbClr val="D4FF60"/>
                </a:solidFill>
                <a:latin typeface="Arial"/>
                <a:ea typeface="Arial"/>
                <a:cs typeface="Arial"/>
              </a:defRPr>
            </a:lvl3pPr>
            <a:lvl4pPr>
              <a:buNone/>
              <a:defRPr sz="1200" b="1">
                <a:solidFill>
                  <a:srgbClr val="D4FF60"/>
                </a:solidFill>
                <a:latin typeface="Arial"/>
                <a:ea typeface="Arial"/>
                <a:cs typeface="Arial"/>
              </a:defRPr>
            </a:lvl4pPr>
            <a:lvl5pPr>
              <a:buNone/>
              <a:defRPr sz="1200" b="1">
                <a:solidFill>
                  <a:srgbClr val="D4FF60"/>
                </a:solidFill>
                <a:latin typeface="Arial"/>
                <a:ea typeface="Arial"/>
                <a:cs typeface="Arial"/>
              </a:defRPr>
            </a:lvl5pPr>
            <a:lvl6pPr>
              <a:buNone/>
              <a:defRPr sz="1200" b="1">
                <a:solidFill>
                  <a:srgbClr val="D4FF60"/>
                </a:solidFill>
                <a:latin typeface="Arial"/>
                <a:ea typeface="Arial"/>
                <a:cs typeface="Arial"/>
              </a:defRPr>
            </a:lvl6pPr>
            <a:lvl7pPr>
              <a:buNone/>
              <a:defRPr sz="1200" b="1">
                <a:solidFill>
                  <a:srgbClr val="D4FF60"/>
                </a:solidFill>
                <a:latin typeface="Arial"/>
                <a:ea typeface="Arial"/>
                <a:cs typeface="Arial"/>
              </a:defRPr>
            </a:lvl7pPr>
            <a:lvl8pPr>
              <a:buNone/>
              <a:defRPr sz="1200" b="1">
                <a:solidFill>
                  <a:srgbClr val="D4FF60"/>
                </a:solidFill>
                <a:latin typeface="Arial"/>
                <a:ea typeface="Arial"/>
                <a:cs typeface="Arial"/>
              </a:defRPr>
            </a:lvl8pPr>
            <a:lvl9pPr>
              <a:buNone/>
              <a:defRPr sz="1200" b="1">
                <a:solidFill>
                  <a:srgbClr val="D4FF60"/>
                </a:solidFill>
                <a:latin typeface="Arial"/>
                <a:ea typeface="Arial"/>
                <a:cs typeface="Arial"/>
              </a:defRPr>
            </a:lvl9pPr>
          </a:lstStyle>
          <a:p xmlns:a="http://schemas.openxmlformats.org/drawingml/2006/main">
            <a:r>
              <a:t/>
            </a:r>
          </a:p>
        </p:txBody>
      </p:sp>
      <p:sp>
        <p:nvSpPr>
          <p:cNvPr id="2" name="">
            <a:extLst xmlns:a="http://schemas.openxmlformats.org/drawingml/2006/main">
              <a:ext uri="{FF2B5EF4-FFF2-40B4-BE49-F238E27FC236}">
                <a16:creationId xmlns:a16="http://schemas.microsoft.com/office/drawing/2014/main" id="{3C549954-5101-4CDF-8D11-68B7F6882DB8}"/>
              </a:ext>
            </a:extLst>
          </p:cNvPr>
          <p:cNvSpPr>
            <a:spLocks xmlns:a="http://schemas.openxmlformats.org/drawingml/2006/main" noGrp="1"/>
          </p:cNvSpPr>
          <p:nvPr/>
        </p:nvSpPr>
        <p:spPr>
          <a:xfrm xmlns:a="http://schemas.openxmlformats.org/drawingml/2006/main">
            <a:off x="11049000" y="62388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200" b="0">
                <a:solidFill>
                  <a:srgbClr val="B8B3C9"/>
                </a:solidFill>
                <a:latin typeface="Arial"/>
                <a:ea typeface="Arial"/>
                <a:cs typeface="Arial"/>
              </a:defRPr>
            </a:lvl1pPr>
            <a:lvl2pPr>
              <a:buNone/>
              <a:defRPr sz="1200" b="0">
                <a:solidFill>
                  <a:srgbClr val="B8B3C9"/>
                </a:solidFill>
                <a:latin typeface="Arial"/>
                <a:ea typeface="Arial"/>
                <a:cs typeface="Arial"/>
              </a:defRPr>
            </a:lvl2pPr>
            <a:lvl3pPr>
              <a:buNone/>
              <a:defRPr sz="1200" b="0">
                <a:solidFill>
                  <a:srgbClr val="B8B3C9"/>
                </a:solidFill>
                <a:latin typeface="Arial"/>
                <a:ea typeface="Arial"/>
                <a:cs typeface="Arial"/>
              </a:defRPr>
            </a:lvl3pPr>
            <a:lvl4pPr>
              <a:buNone/>
              <a:defRPr sz="1200" b="0">
                <a:solidFill>
                  <a:srgbClr val="B8B3C9"/>
                </a:solidFill>
                <a:latin typeface="Arial"/>
                <a:ea typeface="Arial"/>
                <a:cs typeface="Arial"/>
              </a:defRPr>
            </a:lvl4pPr>
            <a:lvl5pPr>
              <a:buNone/>
              <a:defRPr sz="1200" b="0">
                <a:solidFill>
                  <a:srgbClr val="B8B3C9"/>
                </a:solidFill>
                <a:latin typeface="Arial"/>
                <a:ea typeface="Arial"/>
                <a:cs typeface="Arial"/>
              </a:defRPr>
            </a:lvl5pPr>
            <a:lvl6pPr>
              <a:buNone/>
              <a:defRPr sz="1200" b="0">
                <a:solidFill>
                  <a:srgbClr val="B8B3C9"/>
                </a:solidFill>
                <a:latin typeface="Arial"/>
                <a:ea typeface="Arial"/>
                <a:cs typeface="Arial"/>
              </a:defRPr>
            </a:lvl6pPr>
            <a:lvl7pPr>
              <a:buNone/>
              <a:defRPr sz="1200" b="0">
                <a:solidFill>
                  <a:srgbClr val="B8B3C9"/>
                </a:solidFill>
                <a:latin typeface="Arial"/>
                <a:ea typeface="Arial"/>
                <a:cs typeface="Arial"/>
              </a:defRPr>
            </a:lvl7pPr>
            <a:lvl8pPr>
              <a:buNone/>
              <a:defRPr sz="1200" b="0">
                <a:solidFill>
                  <a:srgbClr val="B8B3C9"/>
                </a:solidFill>
                <a:latin typeface="Arial"/>
                <a:ea typeface="Arial"/>
                <a:cs typeface="Arial"/>
              </a:defRPr>
            </a:lvl8pPr>
            <a:lvl9pPr>
              <a:buNone/>
              <a:defRPr sz="1200" b="0">
                <a:solidFill>
                  <a:srgbClr val="B8B3C9"/>
                </a:solidFill>
                <a:latin typeface="Arial"/>
                <a:ea typeface="Arial"/>
                <a:cs typeface="Arial"/>
              </a:defRPr>
            </a:lvl9pPr>
          </a:lstStyle>
          <a:p xmlns:a="http://schemas.openxmlformats.org/drawingml/2006/main">
            <a:pPr>
              <a:buNone/>
              <a:defRPr sz="1200" b="0">
                <a:solidFill>
                  <a:srgbClr val="B8B3C9"/>
                </a:solidFill>
                <a:latin typeface="Arial"/>
                <a:ea typeface="Arial"/>
                <a:cs typeface="Arial"/>
              </a:defRPr>
            </a:pPr>
            <a:r>
              <a:rPr sz="1200" b="0">
                <a:solidFill>
                  <a:srgbClr val="B8B3C9"/>
                </a:solidFill>
                <a:latin typeface="Arial"/>
                <a:ea typeface="Arial"/>
                <a:cs typeface="Arial"/>
              </a:rPr>
              <a:t>5 / 5</a:t>
            </a:r>
          </a:p>
        </p:txBody>
      </p:sp>
      <p:sp>
        <p:nvSpPr>
          <p:cNvPr id="3" name="">
            <a:extLst xmlns:a="http://schemas.openxmlformats.org/drawingml/2006/main">
              <a:ext uri="{FF2B5EF4-FFF2-40B4-BE49-F238E27FC236}">
                <a16:creationId xmlns:a16="http://schemas.microsoft.com/office/drawing/2014/main" id="{FFAAC130-74F3-4F7B-A2E5-96654315E124}"/>
              </a:ext>
            </a:extLst>
          </p:cNvPr>
          <p:cNvSpPr>
            <a:spLocks xmlns:a="http://schemas.openxmlformats.org/drawingml/2006/main" noGrp="1"/>
          </p:cNvSpPr>
          <p:nvPr/>
        </p:nvSpPr>
        <p:spPr>
          <a:xfrm xmlns:a="http://schemas.openxmlformats.org/drawingml/2006/main">
            <a:off x="609600" y="2524125"/>
            <a:ext cx="10858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lvl1pPr>
              <a:buNone/>
              <a:defRPr sz="10500" b="1">
                <a:solidFill>
                  <a:srgbClr val="D4FF60"/>
                </a:solidFill>
                <a:latin typeface="Arial"/>
                <a:ea typeface="Arial"/>
                <a:cs typeface="Arial"/>
              </a:defRPr>
            </a:lvl1pPr>
            <a:lvl2pPr>
              <a:buNone/>
              <a:defRPr sz="10500" b="1">
                <a:solidFill>
                  <a:srgbClr val="D4FF60"/>
                </a:solidFill>
                <a:latin typeface="Arial"/>
                <a:ea typeface="Arial"/>
                <a:cs typeface="Arial"/>
              </a:defRPr>
            </a:lvl2pPr>
            <a:lvl3pPr>
              <a:buNone/>
              <a:defRPr sz="10500" b="1">
                <a:solidFill>
                  <a:srgbClr val="D4FF60"/>
                </a:solidFill>
                <a:latin typeface="Arial"/>
                <a:ea typeface="Arial"/>
                <a:cs typeface="Arial"/>
              </a:defRPr>
            </a:lvl3pPr>
            <a:lvl4pPr>
              <a:buNone/>
              <a:defRPr sz="10500" b="1">
                <a:solidFill>
                  <a:srgbClr val="D4FF60"/>
                </a:solidFill>
                <a:latin typeface="Arial"/>
                <a:ea typeface="Arial"/>
                <a:cs typeface="Arial"/>
              </a:defRPr>
            </a:lvl4pPr>
            <a:lvl5pPr>
              <a:buNone/>
              <a:defRPr sz="10500" b="1">
                <a:solidFill>
                  <a:srgbClr val="D4FF60"/>
                </a:solidFill>
                <a:latin typeface="Arial"/>
                <a:ea typeface="Arial"/>
                <a:cs typeface="Arial"/>
              </a:defRPr>
            </a:lvl5pPr>
            <a:lvl6pPr>
              <a:buNone/>
              <a:defRPr sz="10500" b="1">
                <a:solidFill>
                  <a:srgbClr val="D4FF60"/>
                </a:solidFill>
                <a:latin typeface="Arial"/>
                <a:ea typeface="Arial"/>
                <a:cs typeface="Arial"/>
              </a:defRPr>
            </a:lvl6pPr>
            <a:lvl7pPr>
              <a:buNone/>
              <a:defRPr sz="10500" b="1">
                <a:solidFill>
                  <a:srgbClr val="D4FF60"/>
                </a:solidFill>
                <a:latin typeface="Arial"/>
                <a:ea typeface="Arial"/>
                <a:cs typeface="Arial"/>
              </a:defRPr>
            </a:lvl7pPr>
            <a:lvl8pPr>
              <a:buNone/>
              <a:defRPr sz="10500" b="1">
                <a:solidFill>
                  <a:srgbClr val="D4FF60"/>
                </a:solidFill>
                <a:latin typeface="Arial"/>
                <a:ea typeface="Arial"/>
                <a:cs typeface="Arial"/>
              </a:defRPr>
            </a:lvl8pPr>
            <a:lvl9pPr>
              <a:buNone/>
              <a:defRPr sz="10500" b="1">
                <a:solidFill>
                  <a:srgbClr val="D4FF60"/>
                </a:solidFill>
                <a:latin typeface="Arial"/>
                <a:ea typeface="Arial"/>
                <a:cs typeface="Arial"/>
              </a:defRPr>
            </a:lvl9pPr>
          </a:lstStyle>
          <a:p xmlns:a="http://schemas.openxmlformats.org/drawingml/2006/main">
            <a:pPr>
              <a:buNone/>
              <a:defRPr sz="10500" b="1">
                <a:solidFill>
                  <a:srgbClr val="D4FF60"/>
                </a:solidFill>
                <a:latin typeface="Arial"/>
                <a:ea typeface="Arial"/>
                <a:cs typeface="Arial"/>
              </a:defRPr>
            </a:pPr>
            <a:r>
              <a:rPr sz="10500" b="1">
                <a:solidFill>
                  <a:srgbClr val="D4FF60"/>
                </a:solidFill>
                <a:latin typeface="Arial"/>
                <a:ea typeface="Arial"/>
                <a:cs typeface="Arial"/>
              </a:rPr>
              <a:t>DEMO</a:t>
            </a:r>
          </a:p>
        </p:txBody>
      </p:sp>
      <p:sp>
        <p:nvSpPr>
          <p:cNvPr id="5" name="Tagline"/>
          <p:cNvSpPr txBox="1"/>
          <p:nvPr/>
        </p:nvSpPr>
        <p:spPr>
          <a:xfrm xmlns:a="http://schemas.openxmlformats.org/drawingml/2006/main">
            <a:off x="609600" y="4300000"/>
            <a:ext cx="10858500" cy="70000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buNone/>
            </a:pPr>
            <a:r>
              <a:rPr lang="en-US" sz="3600" b="1">
                <a:solidFill>
                  <a:srgbClr val="F7F3E9"/>
                </a:solidFill>
                <a:latin typeface="Arial"/>
                <a:ea typeface="Arial"/>
                <a:cs typeface="Arial"/>
              </a:rPr>
              <a:t>Same opponent. Different history.</a:t>
            </a:r>
          </a:p>
        </p:txBody>
      </p:sp>
    </p:spTree>
    <p:extLst>
      <p:ext uri="{BB962C8B-B14F-4D97-AF65-F5344CB8AC3E}">
        <p14:creationId xmlns:p14="http://schemas.microsoft.com/office/powerpoint/2010/main" val="19481635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2026-10-16T19:04:29.8260000Z</dcterms:created>
  <dcterms:modified xsi:type="dcterms:W3CDTF">2026-10-16T19:04:29.8260000Z</dcterms:modified>
</coreProperties>
</file>